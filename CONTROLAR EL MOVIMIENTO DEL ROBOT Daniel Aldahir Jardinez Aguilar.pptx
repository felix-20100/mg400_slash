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6" r:id="rId4"/>
  </p:sldMasterIdLst>
  <p:notesMasterIdLst>
    <p:notesMasterId r:id="rId107"/>
  </p:notesMasterIdLst>
  <p:handoutMasterIdLst>
    <p:handoutMasterId r:id="rId108"/>
  </p:handoutMasterIdLst>
  <p:sldIdLst>
    <p:sldId id="383" r:id="rId5"/>
    <p:sldId id="384" r:id="rId6"/>
    <p:sldId id="314" r:id="rId7"/>
    <p:sldId id="315" r:id="rId8"/>
    <p:sldId id="318" r:id="rId9"/>
    <p:sldId id="327" r:id="rId10"/>
    <p:sldId id="429" r:id="rId11"/>
    <p:sldId id="321" r:id="rId12"/>
    <p:sldId id="324" r:id="rId13"/>
    <p:sldId id="328" r:id="rId14"/>
    <p:sldId id="385" r:id="rId15"/>
    <p:sldId id="329" r:id="rId16"/>
    <p:sldId id="330" r:id="rId17"/>
    <p:sldId id="331" r:id="rId18"/>
    <p:sldId id="332" r:id="rId19"/>
    <p:sldId id="386" r:id="rId20"/>
    <p:sldId id="333" r:id="rId21"/>
    <p:sldId id="334" r:id="rId22"/>
    <p:sldId id="335" r:id="rId23"/>
    <p:sldId id="387" r:id="rId24"/>
    <p:sldId id="336" r:id="rId25"/>
    <p:sldId id="388" r:id="rId26"/>
    <p:sldId id="389" r:id="rId27"/>
    <p:sldId id="340" r:id="rId28"/>
    <p:sldId id="390" r:id="rId29"/>
    <p:sldId id="341" r:id="rId30"/>
    <p:sldId id="391" r:id="rId31"/>
    <p:sldId id="392" r:id="rId32"/>
    <p:sldId id="393" r:id="rId33"/>
    <p:sldId id="342" r:id="rId34"/>
    <p:sldId id="343" r:id="rId35"/>
    <p:sldId id="394" r:id="rId36"/>
    <p:sldId id="344" r:id="rId37"/>
    <p:sldId id="397" r:id="rId38"/>
    <p:sldId id="345" r:id="rId39"/>
    <p:sldId id="395" r:id="rId40"/>
    <p:sldId id="396" r:id="rId41"/>
    <p:sldId id="347" r:id="rId42"/>
    <p:sldId id="398" r:id="rId43"/>
    <p:sldId id="346" r:id="rId44"/>
    <p:sldId id="399" r:id="rId45"/>
    <p:sldId id="400" r:id="rId46"/>
    <p:sldId id="348" r:id="rId47"/>
    <p:sldId id="404" r:id="rId48"/>
    <p:sldId id="403" r:id="rId49"/>
    <p:sldId id="401" r:id="rId50"/>
    <p:sldId id="349" r:id="rId51"/>
    <p:sldId id="350" r:id="rId52"/>
    <p:sldId id="351" r:id="rId53"/>
    <p:sldId id="352" r:id="rId54"/>
    <p:sldId id="405" r:id="rId55"/>
    <p:sldId id="353" r:id="rId56"/>
    <p:sldId id="354" r:id="rId57"/>
    <p:sldId id="406" r:id="rId58"/>
    <p:sldId id="355" r:id="rId59"/>
    <p:sldId id="407" r:id="rId60"/>
    <p:sldId id="356" r:id="rId61"/>
    <p:sldId id="408" r:id="rId62"/>
    <p:sldId id="357" r:id="rId63"/>
    <p:sldId id="409" r:id="rId64"/>
    <p:sldId id="358" r:id="rId65"/>
    <p:sldId id="359" r:id="rId66"/>
    <p:sldId id="410" r:id="rId67"/>
    <p:sldId id="360" r:id="rId68"/>
    <p:sldId id="411" r:id="rId69"/>
    <p:sldId id="361" r:id="rId70"/>
    <p:sldId id="362" r:id="rId71"/>
    <p:sldId id="412" r:id="rId72"/>
    <p:sldId id="363" r:id="rId73"/>
    <p:sldId id="413" r:id="rId74"/>
    <p:sldId id="364" r:id="rId75"/>
    <p:sldId id="414" r:id="rId76"/>
    <p:sldId id="365" r:id="rId77"/>
    <p:sldId id="415" r:id="rId78"/>
    <p:sldId id="366" r:id="rId79"/>
    <p:sldId id="416" r:id="rId80"/>
    <p:sldId id="367" r:id="rId81"/>
    <p:sldId id="417" r:id="rId82"/>
    <p:sldId id="368" r:id="rId83"/>
    <p:sldId id="369" r:id="rId84"/>
    <p:sldId id="418" r:id="rId85"/>
    <p:sldId id="370" r:id="rId86"/>
    <p:sldId id="419" r:id="rId87"/>
    <p:sldId id="371" r:id="rId88"/>
    <p:sldId id="372" r:id="rId89"/>
    <p:sldId id="420" r:id="rId90"/>
    <p:sldId id="373" r:id="rId91"/>
    <p:sldId id="421" r:id="rId92"/>
    <p:sldId id="374" r:id="rId93"/>
    <p:sldId id="422" r:id="rId94"/>
    <p:sldId id="375" r:id="rId95"/>
    <p:sldId id="423" r:id="rId96"/>
    <p:sldId id="376" r:id="rId97"/>
    <p:sldId id="424" r:id="rId98"/>
    <p:sldId id="377" r:id="rId99"/>
    <p:sldId id="425" r:id="rId100"/>
    <p:sldId id="426" r:id="rId101"/>
    <p:sldId id="379" r:id="rId102"/>
    <p:sldId id="380" r:id="rId103"/>
    <p:sldId id="427" r:id="rId104"/>
    <p:sldId id="381" r:id="rId105"/>
    <p:sldId id="428" r:id="rId106"/>
  </p:sldIdLst>
  <p:sldSz cx="12192000" cy="6858000"/>
  <p:notesSz cx="6858000" cy="9144000"/>
  <p:defaultTextStyle>
    <a:defPPr rtl="0">
      <a:defRPr lang="es-ES"/>
    </a:defPPr>
    <a:lvl1pPr marL="0" algn="l" defTabSz="914400" rtl="0" eaLnBrk="1" latinLnBrk="0" hangingPunct="1">
      <a:defRPr lang="es-ES" sz="1800" kern="1200">
        <a:solidFill>
          <a:schemeClr val="tx1"/>
        </a:solidFill>
        <a:latin typeface="+mn-lt"/>
        <a:ea typeface="+mn-ea"/>
        <a:cs typeface="+mn-cs"/>
      </a:defRPr>
    </a:lvl1pPr>
    <a:lvl2pPr marL="457200" algn="l" defTabSz="914400" rtl="0" eaLnBrk="1" latinLnBrk="0" hangingPunct="1">
      <a:defRPr lang="es-ES" sz="1800" kern="1200">
        <a:solidFill>
          <a:schemeClr val="tx1"/>
        </a:solidFill>
        <a:latin typeface="+mn-lt"/>
        <a:ea typeface="+mn-ea"/>
        <a:cs typeface="+mn-cs"/>
      </a:defRPr>
    </a:lvl2pPr>
    <a:lvl3pPr marL="914400" algn="l" defTabSz="914400" rtl="0" eaLnBrk="1" latinLnBrk="0" hangingPunct="1">
      <a:defRPr lang="es-ES" sz="1800" kern="1200">
        <a:solidFill>
          <a:schemeClr val="tx1"/>
        </a:solidFill>
        <a:latin typeface="+mn-lt"/>
        <a:ea typeface="+mn-ea"/>
        <a:cs typeface="+mn-cs"/>
      </a:defRPr>
    </a:lvl3pPr>
    <a:lvl4pPr marL="1371600" algn="l" defTabSz="914400" rtl="0" eaLnBrk="1" latinLnBrk="0" hangingPunct="1">
      <a:defRPr lang="es-ES" sz="1800" kern="1200">
        <a:solidFill>
          <a:schemeClr val="tx1"/>
        </a:solidFill>
        <a:latin typeface="+mn-lt"/>
        <a:ea typeface="+mn-ea"/>
        <a:cs typeface="+mn-cs"/>
      </a:defRPr>
    </a:lvl4pPr>
    <a:lvl5pPr marL="1828800" algn="l" defTabSz="914400" rtl="0" eaLnBrk="1" latinLnBrk="0" hangingPunct="1">
      <a:defRPr lang="es-ES" sz="1800" kern="1200">
        <a:solidFill>
          <a:schemeClr val="tx1"/>
        </a:solidFill>
        <a:latin typeface="+mn-lt"/>
        <a:ea typeface="+mn-ea"/>
        <a:cs typeface="+mn-cs"/>
      </a:defRPr>
    </a:lvl5pPr>
    <a:lvl6pPr marL="2286000" algn="l" defTabSz="914400" rtl="0" eaLnBrk="1" latinLnBrk="0" hangingPunct="1">
      <a:defRPr lang="es-ES" sz="1800" kern="1200">
        <a:solidFill>
          <a:schemeClr val="tx1"/>
        </a:solidFill>
        <a:latin typeface="+mn-lt"/>
        <a:ea typeface="+mn-ea"/>
        <a:cs typeface="+mn-cs"/>
      </a:defRPr>
    </a:lvl6pPr>
    <a:lvl7pPr marL="2743200" algn="l" defTabSz="914400" rtl="0" eaLnBrk="1" latinLnBrk="0" hangingPunct="1">
      <a:defRPr lang="es-ES" sz="1800" kern="1200">
        <a:solidFill>
          <a:schemeClr val="tx1"/>
        </a:solidFill>
        <a:latin typeface="+mn-lt"/>
        <a:ea typeface="+mn-ea"/>
        <a:cs typeface="+mn-cs"/>
      </a:defRPr>
    </a:lvl7pPr>
    <a:lvl8pPr marL="3200400" algn="l" defTabSz="914400" rtl="0" eaLnBrk="1" latinLnBrk="0" hangingPunct="1">
      <a:defRPr lang="es-ES" sz="1800" kern="1200">
        <a:solidFill>
          <a:schemeClr val="tx1"/>
        </a:solidFill>
        <a:latin typeface="+mn-lt"/>
        <a:ea typeface="+mn-ea"/>
        <a:cs typeface="+mn-cs"/>
      </a:defRPr>
    </a:lvl8pPr>
    <a:lvl9pPr marL="3657600" algn="l" defTabSz="914400" rtl="0" eaLnBrk="1" latinLnBrk="0" hangingPunct="1">
      <a:defRPr lang="es-ES"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360" userDrawn="1">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9E6DF"/>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69" autoAdjust="0"/>
    <p:restoredTop sz="95388" autoAdjust="0"/>
  </p:normalViewPr>
  <p:slideViewPr>
    <p:cSldViewPr snapToGrid="0">
      <p:cViewPr varScale="1">
        <p:scale>
          <a:sx n="114" d="100"/>
          <a:sy n="114" d="100"/>
        </p:scale>
        <p:origin x="414" y="102"/>
      </p:cViewPr>
      <p:guideLst>
        <p:guide orient="horz" pos="3360"/>
        <p:guide pos="3840"/>
      </p:guideLst>
    </p:cSldViewPr>
  </p:slideViewPr>
  <p:outlineViewPr>
    <p:cViewPr>
      <p:scale>
        <a:sx n="33" d="100"/>
        <a:sy n="33" d="100"/>
      </p:scale>
      <p:origin x="0" y="-12672"/>
    </p:cViewPr>
  </p:outlineViewPr>
  <p:notesTextViewPr>
    <p:cViewPr>
      <p:scale>
        <a:sx n="1" d="1"/>
        <a:sy n="1" d="1"/>
      </p:scale>
      <p:origin x="0" y="0"/>
    </p:cViewPr>
  </p:notesTextViewPr>
  <p:sorterViewPr>
    <p:cViewPr>
      <p:scale>
        <a:sx n="100" d="100"/>
        <a:sy n="100" d="100"/>
      </p:scale>
      <p:origin x="0" y="0"/>
    </p:cViewPr>
  </p:sorterViewPr>
  <p:notesViewPr>
    <p:cSldViewPr snapToGrid="0">
      <p:cViewPr>
        <p:scale>
          <a:sx n="1" d="2"/>
          <a:sy n="1" d="2"/>
        </p:scale>
        <p:origin x="3882" y="1440"/>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slide" Target="slides/slide85.xml"/><Relationship Id="rId112" Type="http://schemas.openxmlformats.org/officeDocument/2006/relationships/theme" Target="theme/theme1.xml"/><Relationship Id="rId16" Type="http://schemas.openxmlformats.org/officeDocument/2006/relationships/slide" Target="slides/slide12.xml"/><Relationship Id="rId107" Type="http://schemas.openxmlformats.org/officeDocument/2006/relationships/notesMaster" Target="notesMasters/notesMaster1.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102" Type="http://schemas.openxmlformats.org/officeDocument/2006/relationships/slide" Target="slides/slide98.xml"/><Relationship Id="rId5" Type="http://schemas.openxmlformats.org/officeDocument/2006/relationships/slide" Target="slides/slide1.xml"/><Relationship Id="rId90" Type="http://schemas.openxmlformats.org/officeDocument/2006/relationships/slide" Target="slides/slide86.xml"/><Relationship Id="rId95" Type="http://schemas.openxmlformats.org/officeDocument/2006/relationships/slide" Target="slides/slide9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113" Type="http://schemas.openxmlformats.org/officeDocument/2006/relationships/tableStyles" Target="tableStyles.xml"/><Relationship Id="rId80" Type="http://schemas.openxmlformats.org/officeDocument/2006/relationships/slide" Target="slides/slide76.xml"/><Relationship Id="rId85" Type="http://schemas.openxmlformats.org/officeDocument/2006/relationships/slide" Target="slides/slide81.xml"/><Relationship Id="rId12" Type="http://schemas.openxmlformats.org/officeDocument/2006/relationships/slide" Target="slides/slide8.xml"/><Relationship Id="rId17" Type="http://schemas.openxmlformats.org/officeDocument/2006/relationships/slide" Target="slides/slide13.xml"/><Relationship Id="rId33" Type="http://schemas.openxmlformats.org/officeDocument/2006/relationships/slide" Target="slides/slide29.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slide" Target="slides/slide99.xml"/><Relationship Id="rId108" Type="http://schemas.openxmlformats.org/officeDocument/2006/relationships/handoutMaster" Target="handoutMasters/handoutMaster1.xml"/><Relationship Id="rId54" Type="http://schemas.openxmlformats.org/officeDocument/2006/relationships/slide" Target="slides/slide50.xml"/><Relationship Id="rId70" Type="http://schemas.openxmlformats.org/officeDocument/2006/relationships/slide" Target="slides/slide66.xml"/><Relationship Id="rId75" Type="http://schemas.openxmlformats.org/officeDocument/2006/relationships/slide" Target="slides/slide71.xml"/><Relationship Id="rId91" Type="http://schemas.openxmlformats.org/officeDocument/2006/relationships/slide" Target="slides/slide87.xml"/><Relationship Id="rId96" Type="http://schemas.openxmlformats.org/officeDocument/2006/relationships/slide" Target="slides/slide92.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6" Type="http://schemas.openxmlformats.org/officeDocument/2006/relationships/slide" Target="slides/slide102.xml"/><Relationship Id="rId114" Type="http://schemas.microsoft.com/office/2018/10/relationships/authors" Target="author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slide" Target="slides/slide97.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109" Type="http://schemas.openxmlformats.org/officeDocument/2006/relationships/commentAuthors" Target="commentAuthors.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04" Type="http://schemas.openxmlformats.org/officeDocument/2006/relationships/slide" Target="slides/slide100.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110" Type="http://schemas.openxmlformats.org/officeDocument/2006/relationships/presProps" Target="presProps.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slide" Target="slides/slide96.xml"/><Relationship Id="rId105" Type="http://schemas.openxmlformats.org/officeDocument/2006/relationships/slide" Target="slides/slide101.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slide" Target="slides/slide94.xml"/><Relationship Id="rId3" Type="http://schemas.openxmlformats.org/officeDocument/2006/relationships/customXml" Target="../customXml/item3.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62" Type="http://schemas.openxmlformats.org/officeDocument/2006/relationships/slide" Target="slides/slide58.xml"/><Relationship Id="rId83" Type="http://schemas.openxmlformats.org/officeDocument/2006/relationships/slide" Target="slides/slide79.xml"/><Relationship Id="rId88" Type="http://schemas.openxmlformats.org/officeDocument/2006/relationships/slide" Target="slides/slide84.xml"/><Relationship Id="rId111"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53F6ED8B-CF52-4A64-BACC-61D9C1041E0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lang="es-ES" sz="1200"/>
            </a:lvl1pPr>
          </a:lstStyle>
          <a:p>
            <a:pPr rtl="0"/>
            <a:endParaRPr lang="es-ES" dirty="0"/>
          </a:p>
        </p:txBody>
      </p:sp>
      <p:sp>
        <p:nvSpPr>
          <p:cNvPr id="3" name="Marcador de fecha 2">
            <a:extLst>
              <a:ext uri="{FF2B5EF4-FFF2-40B4-BE49-F238E27FC236}">
                <a16:creationId xmlns:a16="http://schemas.microsoft.com/office/drawing/2014/main" id="{0D7022B2-02C5-4E03-99BC-0BA3C57AC49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lang="es-ES" sz="1200"/>
            </a:lvl1pPr>
          </a:lstStyle>
          <a:p>
            <a:pPr rtl="0"/>
            <a:fld id="{146CFD56-E74D-46D7-A822-3A365FC491DB}" type="datetime1">
              <a:rPr lang="es-ES" smtClean="0"/>
              <a:t>04/07/2025</a:t>
            </a:fld>
            <a:endParaRPr lang="es-ES" dirty="0"/>
          </a:p>
        </p:txBody>
      </p:sp>
      <p:sp>
        <p:nvSpPr>
          <p:cNvPr id="4" name="Marcador de pie de página 3">
            <a:extLst>
              <a:ext uri="{FF2B5EF4-FFF2-40B4-BE49-F238E27FC236}">
                <a16:creationId xmlns:a16="http://schemas.microsoft.com/office/drawing/2014/main" id="{BC3FEE8C-8D38-4F2A-950E-071C6823E27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lang="es-ES" sz="1200"/>
            </a:lvl1pPr>
          </a:lstStyle>
          <a:p>
            <a:pPr rtl="0"/>
            <a:endParaRPr lang="es-ES" dirty="0"/>
          </a:p>
        </p:txBody>
      </p:sp>
      <p:sp>
        <p:nvSpPr>
          <p:cNvPr id="5" name="Marcador de número de diapositiva 4">
            <a:extLst>
              <a:ext uri="{FF2B5EF4-FFF2-40B4-BE49-F238E27FC236}">
                <a16:creationId xmlns:a16="http://schemas.microsoft.com/office/drawing/2014/main" id="{8C567A6D-959B-4552-AB8D-4CCA819CAA7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lang="es-ES" sz="1200"/>
            </a:lvl1pPr>
          </a:lstStyle>
          <a:p>
            <a:pPr rtl="0"/>
            <a:fld id="{4BF9A36D-7FAC-478F-9944-F324014F6FD1}" type="slidenum">
              <a:rPr lang="es-ES" smtClean="0"/>
              <a:t>‹Nº›</a:t>
            </a:fld>
            <a:endParaRPr lang="es-ES" dirty="0"/>
          </a:p>
        </p:txBody>
      </p:sp>
    </p:spTree>
    <p:extLst>
      <p:ext uri="{BB962C8B-B14F-4D97-AF65-F5344CB8AC3E}">
        <p14:creationId xmlns:p14="http://schemas.microsoft.com/office/powerpoint/2010/main" val="1342467698"/>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lang="es-ES" sz="1200"/>
            </a:lvl1pPr>
          </a:lstStyle>
          <a:p>
            <a:pPr rtl="0"/>
            <a:endParaRPr lang="es-ES" dirty="0"/>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lang="es-ES" sz="1200"/>
            </a:lvl1pPr>
          </a:lstStyle>
          <a:p>
            <a:pPr rtl="0"/>
            <a:fld id="{1D8ACD52-3BC9-4181-9014-67395FAB9A59}" type="datetime1">
              <a:rPr lang="es-ES" smtClean="0"/>
              <a:t>04/07/2025</a:t>
            </a:fld>
            <a:endParaRPr lang="es-ES" dirty="0"/>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defPPr>
              <a:defRPr lang="es-ES"/>
            </a:defPPr>
          </a:lstStyle>
          <a:p>
            <a:pPr rtl="0"/>
            <a:endParaRPr lang="es-ES" dirty="0"/>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defPPr>
              <a:defRPr lang="es-ES"/>
            </a:defPPr>
          </a:lstStyle>
          <a:p>
            <a:pPr lvl="0" rtl="0"/>
            <a:r>
              <a:rPr lang="es-ES"/>
              <a:t>Haga clic para modificar los estilos de texto del patrón</a:t>
            </a:r>
          </a:p>
          <a:p>
            <a:pPr lvl="1" rtl="0"/>
            <a:r>
              <a:rPr lang="es-ES"/>
              <a:t>Segundo nivel</a:t>
            </a:r>
          </a:p>
          <a:p>
            <a:pPr lvl="2" rtl="0"/>
            <a:r>
              <a:rPr lang="es-ES"/>
              <a:t>Tercer nivel</a:t>
            </a:r>
          </a:p>
          <a:p>
            <a:pPr lvl="3" rtl="0"/>
            <a:r>
              <a:rPr lang="es-ES"/>
              <a:t>Cuarto nivel</a:t>
            </a:r>
          </a:p>
          <a:p>
            <a:pPr lvl="4" rtl="0"/>
            <a:r>
              <a:rPr lang="es-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lang="es-ES" sz="1200"/>
            </a:lvl1pPr>
          </a:lstStyle>
          <a:p>
            <a:pPr rtl="0"/>
            <a:endParaRPr lang="es-ES" dirty="0"/>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lang="es-ES" sz="1200"/>
            </a:lvl1pPr>
          </a:lstStyle>
          <a:p>
            <a:pPr rtl="0"/>
            <a:fld id="{D4B9A9E5-4F7F-4A7D-9DE1-899232329269}" type="slidenum">
              <a:rPr lang="es-ES" smtClean="0"/>
              <a:t>‹Nº›</a:t>
            </a:fld>
            <a:endParaRPr lang="es-ES" dirty="0"/>
          </a:p>
        </p:txBody>
      </p:sp>
    </p:spTree>
    <p:extLst>
      <p:ext uri="{BB962C8B-B14F-4D97-AF65-F5344CB8AC3E}">
        <p14:creationId xmlns:p14="http://schemas.microsoft.com/office/powerpoint/2010/main" val="1387783183"/>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lang="es-ES" sz="1200" kern="1200">
        <a:solidFill>
          <a:schemeClr val="tx1"/>
        </a:solidFill>
        <a:latin typeface="+mn-lt"/>
        <a:ea typeface="+mn-ea"/>
        <a:cs typeface="+mn-cs"/>
      </a:defRPr>
    </a:lvl1pPr>
    <a:lvl2pPr marL="457200" algn="l" defTabSz="914400" rtl="0" eaLnBrk="1" latinLnBrk="0" hangingPunct="1">
      <a:defRPr lang="es-ES" sz="1200" kern="1200">
        <a:solidFill>
          <a:schemeClr val="tx1"/>
        </a:solidFill>
        <a:latin typeface="+mn-lt"/>
        <a:ea typeface="+mn-ea"/>
        <a:cs typeface="+mn-cs"/>
      </a:defRPr>
    </a:lvl2pPr>
    <a:lvl3pPr marL="914400" algn="l" defTabSz="914400" rtl="0" eaLnBrk="1" latinLnBrk="0" hangingPunct="1">
      <a:defRPr lang="es-ES" sz="1200" kern="1200">
        <a:solidFill>
          <a:schemeClr val="tx1"/>
        </a:solidFill>
        <a:latin typeface="+mn-lt"/>
        <a:ea typeface="+mn-ea"/>
        <a:cs typeface="+mn-cs"/>
      </a:defRPr>
    </a:lvl3pPr>
    <a:lvl4pPr marL="1371600" algn="l" defTabSz="914400" rtl="0" eaLnBrk="1" latinLnBrk="0" hangingPunct="1">
      <a:defRPr lang="es-ES" sz="1200" kern="1200">
        <a:solidFill>
          <a:schemeClr val="tx1"/>
        </a:solidFill>
        <a:latin typeface="+mn-lt"/>
        <a:ea typeface="+mn-ea"/>
        <a:cs typeface="+mn-cs"/>
      </a:defRPr>
    </a:lvl4pPr>
    <a:lvl5pPr marL="1828800" algn="l" defTabSz="914400" rtl="0" eaLnBrk="1" latinLnBrk="0" hangingPunct="1">
      <a:defRPr lang="es-ES" sz="1200" kern="1200">
        <a:solidFill>
          <a:schemeClr val="tx1"/>
        </a:solidFill>
        <a:latin typeface="+mn-lt"/>
        <a:ea typeface="+mn-ea"/>
        <a:cs typeface="+mn-cs"/>
      </a:defRPr>
    </a:lvl5pPr>
    <a:lvl6pPr marL="2286000" algn="l" defTabSz="914400" rtl="0" eaLnBrk="1" latinLnBrk="0" hangingPunct="1">
      <a:defRPr lang="es-ES" sz="1200" kern="1200">
        <a:solidFill>
          <a:schemeClr val="tx1"/>
        </a:solidFill>
        <a:latin typeface="+mn-lt"/>
        <a:ea typeface="+mn-ea"/>
        <a:cs typeface="+mn-cs"/>
      </a:defRPr>
    </a:lvl6pPr>
    <a:lvl7pPr marL="2743200" algn="l" defTabSz="914400" rtl="0" eaLnBrk="1" latinLnBrk="0" hangingPunct="1">
      <a:defRPr lang="es-ES" sz="1200" kern="1200">
        <a:solidFill>
          <a:schemeClr val="tx1"/>
        </a:solidFill>
        <a:latin typeface="+mn-lt"/>
        <a:ea typeface="+mn-ea"/>
        <a:cs typeface="+mn-cs"/>
      </a:defRPr>
    </a:lvl7pPr>
    <a:lvl8pPr marL="3200400" algn="l" defTabSz="914400" rtl="0" eaLnBrk="1" latinLnBrk="0" hangingPunct="1">
      <a:defRPr lang="es-ES" sz="1200" kern="1200">
        <a:solidFill>
          <a:schemeClr val="tx1"/>
        </a:solidFill>
        <a:latin typeface="+mn-lt"/>
        <a:ea typeface="+mn-ea"/>
        <a:cs typeface="+mn-cs"/>
      </a:defRPr>
    </a:lvl8pPr>
    <a:lvl9pPr marL="3657600" algn="l" defTabSz="914400" rtl="0" eaLnBrk="1" latinLnBrk="0" hangingPunct="1">
      <a:defRPr lang="es-ES"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rtlCol="0"/>
          <a:lstStyle>
            <a:defPPr>
              <a:defRPr lang="es-ES"/>
            </a:defPPr>
          </a:lstStyle>
          <a:p>
            <a:pPr rtl="0"/>
            <a:endParaRPr lang="es-ES" dirty="0"/>
          </a:p>
        </p:txBody>
      </p:sp>
      <p:sp>
        <p:nvSpPr>
          <p:cNvPr id="4" name="Marcador de número de diapositiva 3"/>
          <p:cNvSpPr>
            <a:spLocks noGrp="1"/>
          </p:cNvSpPr>
          <p:nvPr>
            <p:ph type="sldNum" sz="quarter" idx="5"/>
          </p:nvPr>
        </p:nvSpPr>
        <p:spPr/>
        <p:txBody>
          <a:bodyPr rtlCol="0"/>
          <a:lstStyle>
            <a:defPPr>
              <a:defRPr lang="es-ES"/>
            </a:defPPr>
          </a:lstStyle>
          <a:p>
            <a:pPr rtl="0"/>
            <a:fld id="{D4B9A9E5-4F7F-4A7D-9DE1-899232329269}" type="slidenum">
              <a:rPr lang="es-ES" smtClean="0"/>
              <a:t>3</a:t>
            </a:fld>
            <a:endParaRPr lang="es-ES" dirty="0"/>
          </a:p>
        </p:txBody>
      </p:sp>
    </p:spTree>
    <p:extLst>
      <p:ext uri="{BB962C8B-B14F-4D97-AF65-F5344CB8AC3E}">
        <p14:creationId xmlns:p14="http://schemas.microsoft.com/office/powerpoint/2010/main" val="25691378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rtlCol="0"/>
          <a:lstStyle>
            <a:defPPr>
              <a:defRPr lang="es-ES"/>
            </a:defPPr>
          </a:lstStyle>
          <a:p>
            <a:pPr rtl="0"/>
            <a:endParaRPr lang="es-ES" dirty="0"/>
          </a:p>
        </p:txBody>
      </p:sp>
      <p:sp>
        <p:nvSpPr>
          <p:cNvPr id="4" name="Marcador de número de diapositiva 3"/>
          <p:cNvSpPr>
            <a:spLocks noGrp="1"/>
          </p:cNvSpPr>
          <p:nvPr>
            <p:ph type="sldNum" sz="quarter" idx="5"/>
          </p:nvPr>
        </p:nvSpPr>
        <p:spPr/>
        <p:txBody>
          <a:bodyPr rtlCol="0"/>
          <a:lstStyle>
            <a:defPPr>
              <a:defRPr lang="es-ES"/>
            </a:defPPr>
          </a:lstStyle>
          <a:p>
            <a:pPr rtl="0"/>
            <a:fld id="{D4B9A9E5-4F7F-4A7D-9DE1-899232329269}" type="slidenum">
              <a:rPr lang="es-ES" smtClean="0"/>
              <a:t>4</a:t>
            </a:fld>
            <a:endParaRPr lang="es-ES" dirty="0"/>
          </a:p>
        </p:txBody>
      </p:sp>
    </p:spTree>
    <p:extLst>
      <p:ext uri="{BB962C8B-B14F-4D97-AF65-F5344CB8AC3E}">
        <p14:creationId xmlns:p14="http://schemas.microsoft.com/office/powerpoint/2010/main" val="16989693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rtlCol="0"/>
          <a:lstStyle>
            <a:defPPr>
              <a:defRPr lang="es-ES"/>
            </a:defPPr>
          </a:lstStyle>
          <a:p>
            <a:pPr rtl="0"/>
            <a:endParaRPr lang="es-ES" dirty="0"/>
          </a:p>
        </p:txBody>
      </p:sp>
      <p:sp>
        <p:nvSpPr>
          <p:cNvPr id="4" name="Marcador de número de diapositiva 3"/>
          <p:cNvSpPr>
            <a:spLocks noGrp="1"/>
          </p:cNvSpPr>
          <p:nvPr>
            <p:ph type="sldNum" sz="quarter" idx="5"/>
          </p:nvPr>
        </p:nvSpPr>
        <p:spPr/>
        <p:txBody>
          <a:bodyPr rtlCol="0"/>
          <a:lstStyle>
            <a:defPPr>
              <a:defRPr lang="es-ES"/>
            </a:defPPr>
          </a:lstStyle>
          <a:p>
            <a:pPr rtl="0"/>
            <a:fld id="{D4B9A9E5-4F7F-4A7D-9DE1-899232329269}" type="slidenum">
              <a:rPr lang="es-ES" smtClean="0"/>
              <a:t>5</a:t>
            </a:fld>
            <a:endParaRPr lang="es-ES" dirty="0"/>
          </a:p>
        </p:txBody>
      </p:sp>
    </p:spTree>
    <p:extLst>
      <p:ext uri="{BB962C8B-B14F-4D97-AF65-F5344CB8AC3E}">
        <p14:creationId xmlns:p14="http://schemas.microsoft.com/office/powerpoint/2010/main" val="6312420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rtlCol="0"/>
          <a:lstStyle>
            <a:defPPr>
              <a:defRPr lang="es-ES"/>
            </a:defPPr>
          </a:lstStyle>
          <a:p>
            <a:pPr rtl="0"/>
            <a:endParaRPr lang="es-ES" dirty="0"/>
          </a:p>
        </p:txBody>
      </p:sp>
      <p:sp>
        <p:nvSpPr>
          <p:cNvPr id="4" name="Marcador de número de diapositiva 3"/>
          <p:cNvSpPr>
            <a:spLocks noGrp="1"/>
          </p:cNvSpPr>
          <p:nvPr>
            <p:ph type="sldNum" sz="quarter" idx="5"/>
          </p:nvPr>
        </p:nvSpPr>
        <p:spPr/>
        <p:txBody>
          <a:bodyPr rtlCol="0"/>
          <a:lstStyle>
            <a:defPPr>
              <a:defRPr lang="es-ES"/>
            </a:defPPr>
          </a:lstStyle>
          <a:p>
            <a:pPr rtl="0"/>
            <a:fld id="{D4B9A9E5-4F7F-4A7D-9DE1-899232329269}" type="slidenum">
              <a:rPr lang="es-ES" smtClean="0"/>
              <a:t>6</a:t>
            </a:fld>
            <a:endParaRPr lang="es-ES" dirty="0"/>
          </a:p>
        </p:txBody>
      </p:sp>
    </p:spTree>
    <p:extLst>
      <p:ext uri="{BB962C8B-B14F-4D97-AF65-F5344CB8AC3E}">
        <p14:creationId xmlns:p14="http://schemas.microsoft.com/office/powerpoint/2010/main" val="26594323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rtlCol="0"/>
          <a:lstStyle>
            <a:defPPr>
              <a:defRPr lang="es-ES"/>
            </a:defPPr>
          </a:lstStyle>
          <a:p>
            <a:pPr rtl="0"/>
            <a:endParaRPr lang="es-ES" dirty="0"/>
          </a:p>
        </p:txBody>
      </p:sp>
      <p:sp>
        <p:nvSpPr>
          <p:cNvPr id="4" name="Marcador de número de diapositiva 3"/>
          <p:cNvSpPr>
            <a:spLocks noGrp="1"/>
          </p:cNvSpPr>
          <p:nvPr>
            <p:ph type="sldNum" sz="quarter" idx="5"/>
          </p:nvPr>
        </p:nvSpPr>
        <p:spPr/>
        <p:txBody>
          <a:bodyPr rtlCol="0"/>
          <a:lstStyle>
            <a:defPPr>
              <a:defRPr lang="es-ES"/>
            </a:defPPr>
          </a:lstStyle>
          <a:p>
            <a:pPr rtl="0"/>
            <a:fld id="{D4B9A9E5-4F7F-4A7D-9DE1-899232329269}" type="slidenum">
              <a:rPr lang="es-ES" smtClean="0"/>
              <a:t>8</a:t>
            </a:fld>
            <a:endParaRPr lang="es-ES" dirty="0"/>
          </a:p>
        </p:txBody>
      </p:sp>
    </p:spTree>
    <p:extLst>
      <p:ext uri="{BB962C8B-B14F-4D97-AF65-F5344CB8AC3E}">
        <p14:creationId xmlns:p14="http://schemas.microsoft.com/office/powerpoint/2010/main" val="39842295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rtlCol="0"/>
          <a:lstStyle>
            <a:defPPr>
              <a:defRPr lang="es-ES"/>
            </a:defPPr>
          </a:lstStyle>
          <a:p>
            <a:pPr rtl="0"/>
            <a:endParaRPr lang="es-ES" dirty="0"/>
          </a:p>
        </p:txBody>
      </p:sp>
      <p:sp>
        <p:nvSpPr>
          <p:cNvPr id="4" name="Marcador de número de diapositiva 3"/>
          <p:cNvSpPr>
            <a:spLocks noGrp="1"/>
          </p:cNvSpPr>
          <p:nvPr>
            <p:ph type="sldNum" sz="quarter" idx="5"/>
          </p:nvPr>
        </p:nvSpPr>
        <p:spPr/>
        <p:txBody>
          <a:bodyPr rtlCol="0"/>
          <a:lstStyle>
            <a:defPPr>
              <a:defRPr lang="es-ES"/>
            </a:defPPr>
          </a:lstStyle>
          <a:p>
            <a:pPr rtl="0"/>
            <a:fld id="{D4B9A9E5-4F7F-4A7D-9DE1-899232329269}" type="slidenum">
              <a:rPr lang="es-ES" smtClean="0"/>
              <a:t>9</a:t>
            </a:fld>
            <a:endParaRPr lang="es-ES" dirty="0"/>
          </a:p>
        </p:txBody>
      </p:sp>
    </p:spTree>
    <p:extLst>
      <p:ext uri="{BB962C8B-B14F-4D97-AF65-F5344CB8AC3E}">
        <p14:creationId xmlns:p14="http://schemas.microsoft.com/office/powerpoint/2010/main" val="6792382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rtlCol="0"/>
          <a:lstStyle>
            <a:defPPr>
              <a:defRPr lang="es-ES"/>
            </a:defPPr>
          </a:lstStyle>
          <a:p>
            <a:pPr rtl="0"/>
            <a:endParaRPr lang="es-ES" dirty="0"/>
          </a:p>
        </p:txBody>
      </p:sp>
      <p:sp>
        <p:nvSpPr>
          <p:cNvPr id="4" name="Marcador de número de diapositiva 3"/>
          <p:cNvSpPr>
            <a:spLocks noGrp="1"/>
          </p:cNvSpPr>
          <p:nvPr>
            <p:ph type="sldNum" sz="quarter" idx="5"/>
          </p:nvPr>
        </p:nvSpPr>
        <p:spPr/>
        <p:txBody>
          <a:bodyPr rtlCol="0"/>
          <a:lstStyle>
            <a:defPPr>
              <a:defRPr lang="es-ES"/>
            </a:defPPr>
          </a:lstStyle>
          <a:p>
            <a:pPr rtl="0"/>
            <a:fld id="{D4B9A9E5-4F7F-4A7D-9DE1-899232329269}" type="slidenum">
              <a:rPr lang="es-ES" smtClean="0"/>
              <a:t>13</a:t>
            </a:fld>
            <a:endParaRPr lang="es-ES" dirty="0"/>
          </a:p>
        </p:txBody>
      </p:sp>
    </p:spTree>
    <p:extLst>
      <p:ext uri="{BB962C8B-B14F-4D97-AF65-F5344CB8AC3E}">
        <p14:creationId xmlns:p14="http://schemas.microsoft.com/office/powerpoint/2010/main" val="134910046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6.svg"/><Relationship Id="rId4"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12.svg"/><Relationship Id="rId4" Type="http://schemas.openxmlformats.org/officeDocument/2006/relationships/image" Target="../media/image11.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Master" Target="../slideMasters/slideMaster1.xml"/><Relationship Id="rId5" Type="http://schemas.openxmlformats.org/officeDocument/2006/relationships/image" Target="../media/image18.svg"/><Relationship Id="rId4" Type="http://schemas.openxmlformats.org/officeDocument/2006/relationships/image" Target="../media/image17.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5.png"/><Relationship Id="rId1" Type="http://schemas.openxmlformats.org/officeDocument/2006/relationships/slideMaster" Target="../slideMasters/slideMaster1.xml"/><Relationship Id="rId5" Type="http://schemas.openxmlformats.org/officeDocument/2006/relationships/image" Target="../media/image21.svg"/><Relationship Id="rId4" Type="http://schemas.openxmlformats.org/officeDocument/2006/relationships/image" Target="../media/image20.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1.xml"/><Relationship Id="rId5" Type="http://schemas.openxmlformats.org/officeDocument/2006/relationships/image" Target="../media/image24.svg"/><Relationship Id="rId4" Type="http://schemas.openxmlformats.org/officeDocument/2006/relationships/image" Target="../media/image15.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ítulo 1">
    <p:bg>
      <p:bgPr>
        <a:solidFill>
          <a:schemeClr val="tx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9874996-9779-1D0F-B5C6-7FE85FFF1EF4}"/>
              </a:ext>
            </a:extLst>
          </p:cNvPr>
          <p:cNvSpPr>
            <a:spLocks noGrp="1"/>
          </p:cNvSpPr>
          <p:nvPr>
            <p:ph type="title" hasCustomPrompt="1"/>
          </p:nvPr>
        </p:nvSpPr>
        <p:spPr>
          <a:xfrm>
            <a:off x="6096000" y="2773681"/>
            <a:ext cx="5674360" cy="3200400"/>
          </a:xfrm>
        </p:spPr>
        <p:txBody>
          <a:bodyPr rtlCol="0" anchor="b">
            <a:normAutofit/>
          </a:bodyPr>
          <a:lstStyle>
            <a:lvl1pPr>
              <a:defRPr lang="es-ES" sz="4800">
                <a:solidFill>
                  <a:schemeClr val="bg1"/>
                </a:solidFill>
              </a:defRPr>
            </a:lvl1pPr>
          </a:lstStyle>
          <a:p>
            <a:pPr rtl="0"/>
            <a:r>
              <a:rPr lang="es-ES"/>
              <a:t>Haga clic para agregar un título</a:t>
            </a:r>
          </a:p>
        </p:txBody>
      </p:sp>
      <p:pic>
        <p:nvPicPr>
          <p:cNvPr id="7" name="Gráfico 6">
            <a:extLst>
              <a:ext uri="{FF2B5EF4-FFF2-40B4-BE49-F238E27FC236}">
                <a16:creationId xmlns:a16="http://schemas.microsoft.com/office/drawing/2014/main" id="{96B97173-A601-1D66-1651-4FE0D76A0BC7}"/>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8454" t="1728"/>
          <a:stretch/>
        </p:blipFill>
        <p:spPr>
          <a:xfrm>
            <a:off x="-1" y="0"/>
            <a:ext cx="8264995" cy="5320146"/>
          </a:xfrm>
          <a:prstGeom prst="rect">
            <a:avLst/>
          </a:prstGeom>
        </p:spPr>
      </p:pic>
    </p:spTree>
    <p:extLst>
      <p:ext uri="{BB962C8B-B14F-4D97-AF65-F5344CB8AC3E}">
        <p14:creationId xmlns:p14="http://schemas.microsoft.com/office/powerpoint/2010/main" val="38108473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Introducción">
    <p:spTree>
      <p:nvGrpSpPr>
        <p:cNvPr id="1" name=""/>
        <p:cNvGrpSpPr/>
        <p:nvPr/>
      </p:nvGrpSpPr>
      <p:grpSpPr>
        <a:xfrm>
          <a:off x="0" y="0"/>
          <a:ext cx="0" cy="0"/>
          <a:chOff x="0" y="0"/>
          <a:chExt cx="0" cy="0"/>
        </a:xfrm>
      </p:grpSpPr>
      <p:pic>
        <p:nvPicPr>
          <p:cNvPr id="9" name="Gráfico 8">
            <a:extLst>
              <a:ext uri="{FF2B5EF4-FFF2-40B4-BE49-F238E27FC236}">
                <a16:creationId xmlns:a16="http://schemas.microsoft.com/office/drawing/2014/main" id="{0DFB311A-EAAD-7656-C753-E8C739948535}"/>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44533" t="18691" r="1" b="-131"/>
          <a:stretch/>
        </p:blipFill>
        <p:spPr>
          <a:xfrm rot="5400000">
            <a:off x="7851419" y="-1244552"/>
            <a:ext cx="3096029" cy="5585137"/>
          </a:xfrm>
          <a:custGeom>
            <a:avLst/>
            <a:gdLst>
              <a:gd name="connsiteX0" fmla="*/ 0 w 1756624"/>
              <a:gd name="connsiteY0" fmla="*/ 0 h 6858000"/>
              <a:gd name="connsiteX1" fmla="*/ 1756624 w 1756624"/>
              <a:gd name="connsiteY1" fmla="*/ 0 h 6858000"/>
              <a:gd name="connsiteX2" fmla="*/ 1756624 w 1756624"/>
              <a:gd name="connsiteY2" fmla="*/ 6858000 h 6858000"/>
              <a:gd name="connsiteX3" fmla="*/ 0 w 175662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756624" h="6858000">
                <a:moveTo>
                  <a:pt x="0" y="0"/>
                </a:moveTo>
                <a:lnTo>
                  <a:pt x="1756624" y="0"/>
                </a:lnTo>
                <a:lnTo>
                  <a:pt x="1756624" y="6858000"/>
                </a:lnTo>
                <a:lnTo>
                  <a:pt x="0" y="6858000"/>
                </a:lnTo>
                <a:close/>
              </a:path>
            </a:pathLst>
          </a:custGeom>
        </p:spPr>
      </p:pic>
      <p:pic>
        <p:nvPicPr>
          <p:cNvPr id="10" name="Gráfico 9">
            <a:extLst>
              <a:ext uri="{FF2B5EF4-FFF2-40B4-BE49-F238E27FC236}">
                <a16:creationId xmlns:a16="http://schemas.microsoft.com/office/drawing/2014/main" id="{1612F0DE-D367-10BB-1F71-60AA6527CAD4}"/>
              </a:ext>
              <a:ext uri="{C183D7F6-B498-43B3-948B-1728B52AA6E4}">
                <adec:decorative xmlns:adec="http://schemas.microsoft.com/office/drawing/2017/decorative" val="1"/>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l="4151" r="18577"/>
          <a:stretch/>
        </p:blipFill>
        <p:spPr>
          <a:xfrm>
            <a:off x="7010400" y="0"/>
            <a:ext cx="5181600" cy="6858000"/>
          </a:xfrm>
          <a:prstGeom prst="rect">
            <a:avLst/>
          </a:prstGeom>
        </p:spPr>
      </p:pic>
      <p:sp>
        <p:nvSpPr>
          <p:cNvPr id="2" name="Título 1">
            <a:extLst>
              <a:ext uri="{FF2B5EF4-FFF2-40B4-BE49-F238E27FC236}">
                <a16:creationId xmlns:a16="http://schemas.microsoft.com/office/drawing/2014/main" id="{4F4F5799-FC34-2F2D-D11E-9B472CAF066E}"/>
              </a:ext>
            </a:extLst>
          </p:cNvPr>
          <p:cNvSpPr>
            <a:spLocks noGrp="1"/>
          </p:cNvSpPr>
          <p:nvPr>
            <p:ph type="title" hasCustomPrompt="1"/>
          </p:nvPr>
        </p:nvSpPr>
        <p:spPr>
          <a:xfrm>
            <a:off x="914400" y="315533"/>
            <a:ext cx="5181600" cy="2376868"/>
          </a:xfrm>
        </p:spPr>
        <p:txBody>
          <a:bodyPr rtlCol="0" anchor="b">
            <a:normAutofit/>
          </a:bodyPr>
          <a:lstStyle>
            <a:lvl1pPr>
              <a:defRPr lang="es-ES" sz="3200"/>
            </a:lvl1pPr>
          </a:lstStyle>
          <a:p>
            <a:pPr rtl="0"/>
            <a:r>
              <a:rPr lang="es-ES"/>
              <a:t>Haga clic para agregar un título</a:t>
            </a:r>
          </a:p>
        </p:txBody>
      </p:sp>
      <p:sp>
        <p:nvSpPr>
          <p:cNvPr id="8" name="Marcador de contenido 7">
            <a:extLst>
              <a:ext uri="{FF2B5EF4-FFF2-40B4-BE49-F238E27FC236}">
                <a16:creationId xmlns:a16="http://schemas.microsoft.com/office/drawing/2014/main" id="{2575025C-084B-CD7A-F546-0E13BA13CFEF}"/>
              </a:ext>
            </a:extLst>
          </p:cNvPr>
          <p:cNvSpPr>
            <a:spLocks noGrp="1"/>
          </p:cNvSpPr>
          <p:nvPr>
            <p:ph sz="quarter" idx="10" hasCustomPrompt="1"/>
          </p:nvPr>
        </p:nvSpPr>
        <p:spPr>
          <a:xfrm>
            <a:off x="914400" y="2844800"/>
            <a:ext cx="5181600" cy="3128963"/>
          </a:xfrm>
        </p:spPr>
        <p:txBody>
          <a:bodyPr rtlCol="0">
            <a:normAutofit/>
          </a:bodyPr>
          <a:lstStyle>
            <a:lvl1pPr marL="0" indent="0">
              <a:lnSpc>
                <a:spcPct val="120000"/>
              </a:lnSpc>
              <a:buNone/>
              <a:defRPr lang="es-ES" sz="2000"/>
            </a:lvl1pPr>
            <a:lvl2pPr>
              <a:lnSpc>
                <a:spcPct val="120000"/>
              </a:lnSpc>
              <a:defRPr lang="es-ES" sz="1800"/>
            </a:lvl2pPr>
            <a:lvl3pPr>
              <a:lnSpc>
                <a:spcPct val="120000"/>
              </a:lnSpc>
              <a:defRPr lang="es-ES" sz="1600"/>
            </a:lvl3pPr>
            <a:lvl4pPr>
              <a:lnSpc>
                <a:spcPct val="120000"/>
              </a:lnSpc>
              <a:defRPr lang="es-ES" sz="1400"/>
            </a:lvl4pPr>
            <a:lvl5pPr>
              <a:lnSpc>
                <a:spcPct val="120000"/>
              </a:lnSpc>
              <a:defRPr lang="es-ES" sz="1400"/>
            </a:lvl5pPr>
          </a:lstStyle>
          <a:p>
            <a:pPr lvl="0" rtl="0"/>
            <a:r>
              <a:rPr lang="es-ES"/>
              <a:t>Haga clic para agregar texto</a:t>
            </a:r>
          </a:p>
          <a:p>
            <a:pPr lvl="1" rtl="0"/>
            <a:r>
              <a:rPr lang="es-ES"/>
              <a:t>Segundo nivel</a:t>
            </a:r>
          </a:p>
          <a:p>
            <a:pPr lvl="2" rtl="0"/>
            <a:r>
              <a:rPr lang="es-ES"/>
              <a:t>Tercer nivel</a:t>
            </a:r>
          </a:p>
          <a:p>
            <a:pPr lvl="3" rtl="0"/>
            <a:r>
              <a:rPr lang="es-ES"/>
              <a:t>Cuarto nivel</a:t>
            </a:r>
          </a:p>
          <a:p>
            <a:pPr lvl="4" rtl="0"/>
            <a:r>
              <a:rPr lang="es-ES"/>
              <a:t>Quinto nivel</a:t>
            </a:r>
          </a:p>
        </p:txBody>
      </p:sp>
      <p:sp>
        <p:nvSpPr>
          <p:cNvPr id="5" name="Marcador de número de diapositiva 5">
            <a:extLst>
              <a:ext uri="{FF2B5EF4-FFF2-40B4-BE49-F238E27FC236}">
                <a16:creationId xmlns:a16="http://schemas.microsoft.com/office/drawing/2014/main" id="{B9B66675-D8A5-0062-EB51-C8069A2C3C2E}"/>
              </a:ext>
            </a:extLst>
          </p:cNvPr>
          <p:cNvSpPr>
            <a:spLocks noGrp="1"/>
          </p:cNvSpPr>
          <p:nvPr>
            <p:ph type="sldNum" sz="quarter" idx="4"/>
          </p:nvPr>
        </p:nvSpPr>
        <p:spPr>
          <a:xfrm>
            <a:off x="914400" y="6246254"/>
            <a:ext cx="631065" cy="296214"/>
          </a:xfrm>
          <a:prstGeom prst="rect">
            <a:avLst/>
          </a:prstGeom>
        </p:spPr>
        <p:txBody>
          <a:bodyPr vert="horz" lIns="91440" tIns="45720" rIns="91440" bIns="45720" rtlCol="0" anchor="ctr"/>
          <a:lstStyle>
            <a:lvl1pPr algn="l">
              <a:defRPr lang="es-ES" sz="1200">
                <a:solidFill>
                  <a:schemeClr val="tx1"/>
                </a:solidFill>
              </a:defRPr>
            </a:lvl1pPr>
          </a:lstStyle>
          <a:p>
            <a:pPr rtl="0"/>
            <a:fld id="{B5CEABB6-07DC-46E8-9B57-56EC44A396E5}" type="slidenum">
              <a:rPr lang="es-ES" smtClean="0"/>
              <a:pPr rtl="0"/>
              <a:t>‹Nº›</a:t>
            </a:fld>
            <a:endParaRPr lang="es-ES" dirty="0"/>
          </a:p>
        </p:txBody>
      </p:sp>
    </p:spTree>
    <p:extLst>
      <p:ext uri="{BB962C8B-B14F-4D97-AF65-F5344CB8AC3E}">
        <p14:creationId xmlns:p14="http://schemas.microsoft.com/office/powerpoint/2010/main" val="32387509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ítulo de sección">
    <p:bg>
      <p:bgPr>
        <a:solidFill>
          <a:schemeClr val="tx1"/>
        </a:solid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B5DE041D-A3BF-94FF-029C-719D4DADA215}"/>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3300" t="13815"/>
          <a:stretch/>
        </p:blipFill>
        <p:spPr>
          <a:xfrm>
            <a:off x="0" y="-1"/>
            <a:ext cx="4239206" cy="3776193"/>
          </a:xfrm>
          <a:prstGeom prst="rect">
            <a:avLst/>
          </a:prstGeom>
        </p:spPr>
      </p:pic>
      <p:sp>
        <p:nvSpPr>
          <p:cNvPr id="2" name="Título 1">
            <a:extLst>
              <a:ext uri="{FF2B5EF4-FFF2-40B4-BE49-F238E27FC236}">
                <a16:creationId xmlns:a16="http://schemas.microsoft.com/office/drawing/2014/main" id="{0DEE605D-0584-F71C-A97D-B672F13E3911}"/>
              </a:ext>
            </a:extLst>
          </p:cNvPr>
          <p:cNvSpPr>
            <a:spLocks noGrp="1"/>
          </p:cNvSpPr>
          <p:nvPr>
            <p:ph type="title" hasCustomPrompt="1"/>
          </p:nvPr>
        </p:nvSpPr>
        <p:spPr>
          <a:xfrm>
            <a:off x="914400" y="2580640"/>
            <a:ext cx="5181600" cy="3368819"/>
          </a:xfrm>
        </p:spPr>
        <p:txBody>
          <a:bodyPr rtlCol="0" anchor="b">
            <a:normAutofit/>
          </a:bodyPr>
          <a:lstStyle>
            <a:lvl1pPr>
              <a:defRPr lang="es-ES" sz="4800">
                <a:solidFill>
                  <a:schemeClr val="bg1"/>
                </a:solidFill>
              </a:defRPr>
            </a:lvl1pPr>
          </a:lstStyle>
          <a:p>
            <a:pPr rtl="0"/>
            <a:r>
              <a:rPr lang="es-ES"/>
              <a:t>Haga clic para agregar un título</a:t>
            </a:r>
          </a:p>
        </p:txBody>
      </p:sp>
      <p:sp>
        <p:nvSpPr>
          <p:cNvPr id="9" name="Marcador de posición de imagen 8">
            <a:extLst>
              <a:ext uri="{FF2B5EF4-FFF2-40B4-BE49-F238E27FC236}">
                <a16:creationId xmlns:a16="http://schemas.microsoft.com/office/drawing/2014/main" id="{59AF635C-89E6-F6EF-FA6A-417A9A84BF4A}"/>
              </a:ext>
            </a:extLst>
          </p:cNvPr>
          <p:cNvSpPr>
            <a:spLocks noGrp="1"/>
          </p:cNvSpPr>
          <p:nvPr>
            <p:ph type="pic" sz="quarter" idx="10" hasCustomPrompt="1"/>
          </p:nvPr>
        </p:nvSpPr>
        <p:spPr>
          <a:xfrm>
            <a:off x="6085840" y="-10159"/>
            <a:ext cx="6116320" cy="6868160"/>
          </a:xfrm>
          <a:custGeom>
            <a:avLst/>
            <a:gdLst>
              <a:gd name="connsiteX0" fmla="*/ 0 w 6116320"/>
              <a:gd name="connsiteY0" fmla="*/ 0 h 6880225"/>
              <a:gd name="connsiteX1" fmla="*/ 6116320 w 6116320"/>
              <a:gd name="connsiteY1" fmla="*/ 0 h 6880225"/>
              <a:gd name="connsiteX2" fmla="*/ 6116320 w 6116320"/>
              <a:gd name="connsiteY2" fmla="*/ 6880225 h 6880225"/>
              <a:gd name="connsiteX3" fmla="*/ 0 w 6116320"/>
              <a:gd name="connsiteY3" fmla="*/ 6880225 h 6880225"/>
              <a:gd name="connsiteX4" fmla="*/ 0 w 6116320"/>
              <a:gd name="connsiteY4" fmla="*/ 0 h 6880225"/>
              <a:gd name="connsiteX0" fmla="*/ 0 w 6116320"/>
              <a:gd name="connsiteY0" fmla="*/ 0 h 6880225"/>
              <a:gd name="connsiteX1" fmla="*/ 6116320 w 6116320"/>
              <a:gd name="connsiteY1" fmla="*/ 0 h 6880225"/>
              <a:gd name="connsiteX2" fmla="*/ 6116320 w 6116320"/>
              <a:gd name="connsiteY2" fmla="*/ 6880225 h 6880225"/>
              <a:gd name="connsiteX3" fmla="*/ 2052320 w 6116320"/>
              <a:gd name="connsiteY3" fmla="*/ 6880225 h 6880225"/>
              <a:gd name="connsiteX4" fmla="*/ 0 w 6116320"/>
              <a:gd name="connsiteY4" fmla="*/ 0 h 68802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16320" h="6880225">
                <a:moveTo>
                  <a:pt x="0" y="0"/>
                </a:moveTo>
                <a:lnTo>
                  <a:pt x="6116320" y="0"/>
                </a:lnTo>
                <a:lnTo>
                  <a:pt x="6116320" y="6880225"/>
                </a:lnTo>
                <a:lnTo>
                  <a:pt x="2052320" y="6880225"/>
                </a:lnTo>
                <a:lnTo>
                  <a:pt x="0" y="0"/>
                </a:lnTo>
                <a:close/>
              </a:path>
            </a:pathLst>
          </a:custGeom>
        </p:spPr>
        <p:txBody>
          <a:bodyPr rtlCol="0">
            <a:normAutofit/>
          </a:bodyPr>
          <a:lstStyle>
            <a:lvl1pPr marL="0" indent="0" algn="ctr">
              <a:buNone/>
              <a:defRPr lang="es-ES" sz="2000">
                <a:solidFill>
                  <a:schemeClr val="bg1"/>
                </a:solidFill>
              </a:defRPr>
            </a:lvl1pPr>
          </a:lstStyle>
          <a:p>
            <a:pPr rtl="0"/>
            <a:r>
              <a:rPr lang="es-ES" dirty="0"/>
              <a:t>Haga clic en el icono para insertar una imagen</a:t>
            </a:r>
          </a:p>
        </p:txBody>
      </p:sp>
    </p:spTree>
    <p:extLst>
      <p:ext uri="{BB962C8B-B14F-4D97-AF65-F5344CB8AC3E}">
        <p14:creationId xmlns:p14="http://schemas.microsoft.com/office/powerpoint/2010/main" val="7367892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Información general">
    <p:bg>
      <p:bgPr>
        <a:solidFill>
          <a:schemeClr val="accent1"/>
        </a:solidFill>
        <a:effectLst/>
      </p:bgPr>
    </p:bg>
    <p:spTree>
      <p:nvGrpSpPr>
        <p:cNvPr id="1" name=""/>
        <p:cNvGrpSpPr/>
        <p:nvPr/>
      </p:nvGrpSpPr>
      <p:grpSpPr>
        <a:xfrm>
          <a:off x="0" y="0"/>
          <a:ext cx="0" cy="0"/>
          <a:chOff x="0" y="0"/>
          <a:chExt cx="0" cy="0"/>
        </a:xfrm>
      </p:grpSpPr>
      <p:pic>
        <p:nvPicPr>
          <p:cNvPr id="8" name="Gráfico 7">
            <a:extLst>
              <a:ext uri="{FF2B5EF4-FFF2-40B4-BE49-F238E27FC236}">
                <a16:creationId xmlns:a16="http://schemas.microsoft.com/office/drawing/2014/main" id="{2B74EE53-DB22-C27E-074F-A7129585FEA6}"/>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5158" t="-5374" b="78533"/>
          <a:stretch/>
        </p:blipFill>
        <p:spPr>
          <a:xfrm rot="10800000">
            <a:off x="6324600" y="0"/>
            <a:ext cx="5867400" cy="1647324"/>
          </a:xfrm>
          <a:prstGeom prst="rect">
            <a:avLst/>
          </a:prstGeom>
        </p:spPr>
      </p:pic>
      <p:sp>
        <p:nvSpPr>
          <p:cNvPr id="2" name="Título 1">
            <a:extLst>
              <a:ext uri="{FF2B5EF4-FFF2-40B4-BE49-F238E27FC236}">
                <a16:creationId xmlns:a16="http://schemas.microsoft.com/office/drawing/2014/main" id="{278AEF0C-FA4B-8C23-0132-5529EC244F9E}"/>
              </a:ext>
            </a:extLst>
          </p:cNvPr>
          <p:cNvSpPr>
            <a:spLocks noGrp="1"/>
          </p:cNvSpPr>
          <p:nvPr>
            <p:ph type="title" hasCustomPrompt="1"/>
          </p:nvPr>
        </p:nvSpPr>
        <p:spPr>
          <a:xfrm>
            <a:off x="6126480" y="1310639"/>
            <a:ext cx="4805997" cy="2689629"/>
          </a:xfrm>
        </p:spPr>
        <p:txBody>
          <a:bodyPr rtlCol="0" anchor="b">
            <a:normAutofit/>
          </a:bodyPr>
          <a:lstStyle>
            <a:lvl1pPr>
              <a:defRPr lang="es-ES" sz="4800"/>
            </a:lvl1pPr>
          </a:lstStyle>
          <a:p>
            <a:pPr rtl="0"/>
            <a:r>
              <a:rPr lang="es-ES"/>
              <a:t>Haga clic para agregar un título</a:t>
            </a:r>
          </a:p>
        </p:txBody>
      </p:sp>
      <p:sp>
        <p:nvSpPr>
          <p:cNvPr id="12" name="Marcador de posición de imagen 11">
            <a:extLst>
              <a:ext uri="{FF2B5EF4-FFF2-40B4-BE49-F238E27FC236}">
                <a16:creationId xmlns:a16="http://schemas.microsoft.com/office/drawing/2014/main" id="{B3DD4867-9B0B-647C-1F78-5E50BF30F089}"/>
              </a:ext>
            </a:extLst>
          </p:cNvPr>
          <p:cNvSpPr>
            <a:spLocks noGrp="1"/>
          </p:cNvSpPr>
          <p:nvPr>
            <p:ph type="pic" sz="quarter" idx="11"/>
          </p:nvPr>
        </p:nvSpPr>
        <p:spPr>
          <a:xfrm>
            <a:off x="0" y="-10160"/>
            <a:ext cx="6096000" cy="6858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 name="connsiteX4" fmla="*/ 0 w 6096000"/>
              <a:gd name="connsiteY4" fmla="*/ 0 h 6858000"/>
              <a:gd name="connsiteX0" fmla="*/ 0 w 6096000"/>
              <a:gd name="connsiteY0" fmla="*/ 0 h 6858000"/>
              <a:gd name="connsiteX1" fmla="*/ 6096000 w 6096000"/>
              <a:gd name="connsiteY1" fmla="*/ 0 h 6858000"/>
              <a:gd name="connsiteX2" fmla="*/ 4053840 w 6096000"/>
              <a:gd name="connsiteY2" fmla="*/ 6858000 h 6858000"/>
              <a:gd name="connsiteX3" fmla="*/ 0 w 6096000"/>
              <a:gd name="connsiteY3" fmla="*/ 6858000 h 6858000"/>
              <a:gd name="connsiteX4" fmla="*/ 0 w 609600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6000" h="6858000">
                <a:moveTo>
                  <a:pt x="0" y="0"/>
                </a:moveTo>
                <a:lnTo>
                  <a:pt x="6096000" y="0"/>
                </a:lnTo>
                <a:lnTo>
                  <a:pt x="4053840" y="6858000"/>
                </a:lnTo>
                <a:lnTo>
                  <a:pt x="0" y="6858000"/>
                </a:lnTo>
                <a:lnTo>
                  <a:pt x="0" y="0"/>
                </a:lnTo>
                <a:close/>
              </a:path>
            </a:pathLst>
          </a:custGeom>
        </p:spPr>
        <p:txBody>
          <a:bodyPr rtlCol="0">
            <a:normAutofit/>
          </a:bodyPr>
          <a:lstStyle>
            <a:lvl1pPr marL="0" indent="0" algn="ctr">
              <a:buNone/>
              <a:defRPr lang="es-ES" sz="2000"/>
            </a:lvl1pPr>
          </a:lstStyle>
          <a:p>
            <a:pPr rtl="0"/>
            <a:r>
              <a:rPr lang="es-ES" dirty="0"/>
              <a:t>Haga clic en el icono para agregar una imagen</a:t>
            </a:r>
          </a:p>
        </p:txBody>
      </p:sp>
      <p:sp>
        <p:nvSpPr>
          <p:cNvPr id="10" name="Marcador de contenido 9">
            <a:extLst>
              <a:ext uri="{FF2B5EF4-FFF2-40B4-BE49-F238E27FC236}">
                <a16:creationId xmlns:a16="http://schemas.microsoft.com/office/drawing/2014/main" id="{BFF4D65D-965A-5E86-4D91-C72D1D03A8B9}"/>
              </a:ext>
            </a:extLst>
          </p:cNvPr>
          <p:cNvSpPr>
            <a:spLocks noGrp="1"/>
          </p:cNvSpPr>
          <p:nvPr>
            <p:ph sz="quarter" idx="10" hasCustomPrompt="1"/>
          </p:nvPr>
        </p:nvSpPr>
        <p:spPr>
          <a:xfrm>
            <a:off x="6126163" y="4172990"/>
            <a:ext cx="4805997" cy="2389736"/>
          </a:xfrm>
        </p:spPr>
        <p:txBody>
          <a:bodyPr rtlCol="0">
            <a:normAutofit/>
          </a:bodyPr>
          <a:lstStyle>
            <a:lvl1pPr marL="0" indent="0">
              <a:buFont typeface="Arial" panose="020B0604020202020204" pitchFamily="34" charset="0"/>
              <a:buNone/>
              <a:defRPr lang="es-ES" sz="2000"/>
            </a:lvl1pPr>
            <a:lvl2pPr marL="457200" indent="0">
              <a:buNone/>
              <a:defRPr lang="es-ES" sz="1800"/>
            </a:lvl2pPr>
            <a:lvl3pPr marL="914400" indent="0">
              <a:buNone/>
              <a:defRPr lang="es-ES" sz="1600"/>
            </a:lvl3pPr>
            <a:lvl4pPr marL="1371600" indent="0">
              <a:buNone/>
              <a:defRPr lang="es-ES" sz="1400"/>
            </a:lvl4pPr>
            <a:lvl5pPr marL="1828800" indent="0">
              <a:buNone/>
              <a:defRPr lang="es-ES" sz="1400"/>
            </a:lvl5pPr>
          </a:lstStyle>
          <a:p>
            <a:pPr lvl="0" rtl="0"/>
            <a:r>
              <a:rPr lang="es-ES"/>
              <a:t>Haga clic para agregar texto</a:t>
            </a:r>
          </a:p>
          <a:p>
            <a:pPr lvl="1" rtl="0"/>
            <a:r>
              <a:rPr lang="es-ES"/>
              <a:t>Segundo nivel</a:t>
            </a:r>
          </a:p>
          <a:p>
            <a:pPr lvl="2" rtl="0"/>
            <a:r>
              <a:rPr lang="es-ES"/>
              <a:t>Tercer nivel</a:t>
            </a:r>
          </a:p>
          <a:p>
            <a:pPr lvl="3" rtl="0"/>
            <a:r>
              <a:rPr lang="es-ES"/>
              <a:t>Cuarto nivel</a:t>
            </a:r>
          </a:p>
          <a:p>
            <a:pPr lvl="4" rtl="0"/>
            <a:r>
              <a:rPr lang="es-ES"/>
              <a:t>Quinto nivel</a:t>
            </a:r>
          </a:p>
        </p:txBody>
      </p:sp>
    </p:spTree>
    <p:extLst>
      <p:ext uri="{BB962C8B-B14F-4D97-AF65-F5344CB8AC3E}">
        <p14:creationId xmlns:p14="http://schemas.microsoft.com/office/powerpoint/2010/main" val="2263656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ítulo y contenido">
    <p:spTree>
      <p:nvGrpSpPr>
        <p:cNvPr id="1" name=""/>
        <p:cNvGrpSpPr/>
        <p:nvPr/>
      </p:nvGrpSpPr>
      <p:grpSpPr>
        <a:xfrm>
          <a:off x="0" y="0"/>
          <a:ext cx="0" cy="0"/>
          <a:chOff x="0" y="0"/>
          <a:chExt cx="0" cy="0"/>
        </a:xfrm>
      </p:grpSpPr>
      <p:pic>
        <p:nvPicPr>
          <p:cNvPr id="3" name="Gráfico 2">
            <a:extLst>
              <a:ext uri="{FF2B5EF4-FFF2-40B4-BE49-F238E27FC236}">
                <a16:creationId xmlns:a16="http://schemas.microsoft.com/office/drawing/2014/main" id="{04C9F686-E069-3B60-9625-01EE6A41D75D}"/>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45239"/>
          <a:stretch/>
        </p:blipFill>
        <p:spPr>
          <a:xfrm flipH="1">
            <a:off x="9135414" y="0"/>
            <a:ext cx="3056586" cy="6858000"/>
          </a:xfrm>
          <a:custGeom>
            <a:avLst/>
            <a:gdLst>
              <a:gd name="connsiteX0" fmla="*/ 4284372 w 4284372"/>
              <a:gd name="connsiteY0" fmla="*/ 0 h 6858000"/>
              <a:gd name="connsiteX1" fmla="*/ 0 w 4284372"/>
              <a:gd name="connsiteY1" fmla="*/ 0 h 6858000"/>
              <a:gd name="connsiteX2" fmla="*/ 0 w 4284372"/>
              <a:gd name="connsiteY2" fmla="*/ 6858000 h 6858000"/>
              <a:gd name="connsiteX3" fmla="*/ 4284372 w 428437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284372" h="6858000">
                <a:moveTo>
                  <a:pt x="4284372" y="0"/>
                </a:moveTo>
                <a:lnTo>
                  <a:pt x="0" y="0"/>
                </a:lnTo>
                <a:lnTo>
                  <a:pt x="0" y="6858000"/>
                </a:lnTo>
                <a:lnTo>
                  <a:pt x="4284372" y="6858000"/>
                </a:lnTo>
                <a:close/>
              </a:path>
            </a:pathLst>
          </a:custGeom>
        </p:spPr>
      </p:pic>
      <p:pic>
        <p:nvPicPr>
          <p:cNvPr id="9" name="Gráfico 8">
            <a:extLst>
              <a:ext uri="{FF2B5EF4-FFF2-40B4-BE49-F238E27FC236}">
                <a16:creationId xmlns:a16="http://schemas.microsoft.com/office/drawing/2014/main" id="{6D7227F9-50F9-820B-69B7-924C02120466}"/>
              </a:ext>
              <a:ext uri="{C183D7F6-B498-43B3-948B-1728B52AA6E4}">
                <adec:decorative xmlns:adec="http://schemas.microsoft.com/office/drawing/2017/decorative" val="1"/>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b="2330"/>
          <a:stretch/>
        </p:blipFill>
        <p:spPr>
          <a:xfrm>
            <a:off x="7810500" y="3025140"/>
            <a:ext cx="4381500" cy="3832860"/>
          </a:xfrm>
          <a:prstGeom prst="rect">
            <a:avLst/>
          </a:prstGeom>
        </p:spPr>
      </p:pic>
      <p:sp>
        <p:nvSpPr>
          <p:cNvPr id="2" name="Título 1">
            <a:extLst>
              <a:ext uri="{FF2B5EF4-FFF2-40B4-BE49-F238E27FC236}">
                <a16:creationId xmlns:a16="http://schemas.microsoft.com/office/drawing/2014/main" id="{448D1E69-316E-A8E1-7ADA-040A0E490730}"/>
              </a:ext>
            </a:extLst>
          </p:cNvPr>
          <p:cNvSpPr>
            <a:spLocks noGrp="1"/>
          </p:cNvSpPr>
          <p:nvPr>
            <p:ph type="title" hasCustomPrompt="1"/>
          </p:nvPr>
        </p:nvSpPr>
        <p:spPr>
          <a:xfrm>
            <a:off x="914399" y="365125"/>
            <a:ext cx="7273637" cy="1646555"/>
          </a:xfrm>
        </p:spPr>
        <p:txBody>
          <a:bodyPr rtlCol="0">
            <a:normAutofit/>
          </a:bodyPr>
          <a:lstStyle>
            <a:lvl1pPr>
              <a:defRPr lang="es-ES" sz="3200"/>
            </a:lvl1pPr>
          </a:lstStyle>
          <a:p>
            <a:pPr rtl="0"/>
            <a:r>
              <a:rPr lang="es-ES"/>
              <a:t>Haga clic para agregar un título</a:t>
            </a:r>
          </a:p>
        </p:txBody>
      </p:sp>
      <p:sp>
        <p:nvSpPr>
          <p:cNvPr id="11" name="Marcador de contenido 10">
            <a:extLst>
              <a:ext uri="{FF2B5EF4-FFF2-40B4-BE49-F238E27FC236}">
                <a16:creationId xmlns:a16="http://schemas.microsoft.com/office/drawing/2014/main" id="{61069CA0-E0AB-99C6-10DB-13AAC019DD7D}"/>
              </a:ext>
            </a:extLst>
          </p:cNvPr>
          <p:cNvSpPr>
            <a:spLocks noGrp="1"/>
          </p:cNvSpPr>
          <p:nvPr>
            <p:ph sz="quarter" idx="10" hasCustomPrompt="1"/>
          </p:nvPr>
        </p:nvSpPr>
        <p:spPr>
          <a:xfrm>
            <a:off x="914399" y="2011363"/>
            <a:ext cx="7273638" cy="4155757"/>
          </a:xfrm>
        </p:spPr>
        <p:txBody>
          <a:bodyPr rtlCol="0">
            <a:normAutofit/>
          </a:bodyPr>
          <a:lstStyle>
            <a:lvl1pPr>
              <a:spcBef>
                <a:spcPts val="0"/>
              </a:spcBef>
              <a:spcAft>
                <a:spcPts val="1200"/>
              </a:spcAft>
              <a:defRPr lang="es-ES" sz="2000"/>
            </a:lvl1pPr>
            <a:lvl2pPr>
              <a:spcBef>
                <a:spcPts val="0"/>
              </a:spcBef>
              <a:spcAft>
                <a:spcPts val="1200"/>
              </a:spcAft>
              <a:defRPr lang="es-ES" sz="1800"/>
            </a:lvl2pPr>
            <a:lvl3pPr>
              <a:spcBef>
                <a:spcPts val="0"/>
              </a:spcBef>
              <a:spcAft>
                <a:spcPts val="1200"/>
              </a:spcAft>
              <a:defRPr lang="es-ES" sz="1600"/>
            </a:lvl3pPr>
            <a:lvl4pPr>
              <a:spcBef>
                <a:spcPts val="0"/>
              </a:spcBef>
              <a:spcAft>
                <a:spcPts val="1200"/>
              </a:spcAft>
              <a:defRPr lang="es-ES" sz="1400"/>
            </a:lvl4pPr>
            <a:lvl5pPr>
              <a:spcBef>
                <a:spcPts val="0"/>
              </a:spcBef>
              <a:spcAft>
                <a:spcPts val="1200"/>
              </a:spcAft>
              <a:defRPr lang="es-ES" sz="1400"/>
            </a:lvl5pPr>
          </a:lstStyle>
          <a:p>
            <a:pPr lvl="0" rtl="0"/>
            <a:r>
              <a:rPr lang="es-ES"/>
              <a:t>Haga clic para agregar texto</a:t>
            </a:r>
          </a:p>
          <a:p>
            <a:pPr lvl="1" rtl="0"/>
            <a:r>
              <a:rPr lang="es-ES"/>
              <a:t>Segundo nivel</a:t>
            </a:r>
          </a:p>
          <a:p>
            <a:pPr lvl="2" rtl="0"/>
            <a:r>
              <a:rPr lang="es-ES"/>
              <a:t>Tercer nivel</a:t>
            </a:r>
          </a:p>
          <a:p>
            <a:pPr lvl="3" rtl="0"/>
            <a:r>
              <a:rPr lang="es-ES"/>
              <a:t>Cuarto nivel</a:t>
            </a:r>
          </a:p>
          <a:p>
            <a:pPr lvl="4" rtl="0"/>
            <a:r>
              <a:rPr lang="es-ES"/>
              <a:t>Quinto nivel</a:t>
            </a:r>
          </a:p>
        </p:txBody>
      </p:sp>
      <p:sp>
        <p:nvSpPr>
          <p:cNvPr id="5" name="Marcador de número de diapositiva 5">
            <a:extLst>
              <a:ext uri="{FF2B5EF4-FFF2-40B4-BE49-F238E27FC236}">
                <a16:creationId xmlns:a16="http://schemas.microsoft.com/office/drawing/2014/main" id="{B9B66675-D8A5-0062-EB51-C8069A2C3C2E}"/>
              </a:ext>
            </a:extLst>
          </p:cNvPr>
          <p:cNvSpPr>
            <a:spLocks noGrp="1"/>
          </p:cNvSpPr>
          <p:nvPr>
            <p:ph type="sldNum" sz="quarter" idx="4"/>
          </p:nvPr>
        </p:nvSpPr>
        <p:spPr>
          <a:xfrm>
            <a:off x="914400" y="6246254"/>
            <a:ext cx="631065" cy="296214"/>
          </a:xfrm>
          <a:prstGeom prst="rect">
            <a:avLst/>
          </a:prstGeom>
        </p:spPr>
        <p:txBody>
          <a:bodyPr vert="horz" lIns="91440" tIns="45720" rIns="91440" bIns="45720" rtlCol="0" anchor="ctr"/>
          <a:lstStyle>
            <a:lvl1pPr algn="l">
              <a:defRPr lang="es-ES" sz="1200">
                <a:solidFill>
                  <a:schemeClr val="tx1"/>
                </a:solidFill>
              </a:defRPr>
            </a:lvl1pPr>
          </a:lstStyle>
          <a:p>
            <a:pPr rtl="0"/>
            <a:fld id="{B5CEABB6-07DC-46E8-9B57-56EC44A396E5}" type="slidenum">
              <a:rPr lang="es-ES" smtClean="0"/>
              <a:pPr rtl="0"/>
              <a:t>‹Nº›</a:t>
            </a:fld>
            <a:endParaRPr lang="es-ES" dirty="0"/>
          </a:p>
        </p:txBody>
      </p:sp>
    </p:spTree>
    <p:extLst>
      <p:ext uri="{BB962C8B-B14F-4D97-AF65-F5344CB8AC3E}">
        <p14:creationId xmlns:p14="http://schemas.microsoft.com/office/powerpoint/2010/main" val="28152138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ítulo, contenido e imagen a la izquierda 1">
    <p:bg>
      <p:bgPr>
        <a:solidFill>
          <a:schemeClr val="tx1"/>
        </a:solidFill>
        <a:effectLst/>
      </p:bgPr>
    </p:bg>
    <p:spTree>
      <p:nvGrpSpPr>
        <p:cNvPr id="1" name=""/>
        <p:cNvGrpSpPr/>
        <p:nvPr/>
      </p:nvGrpSpPr>
      <p:grpSpPr>
        <a:xfrm>
          <a:off x="0" y="0"/>
          <a:ext cx="0" cy="0"/>
          <a:chOff x="0" y="0"/>
          <a:chExt cx="0" cy="0"/>
        </a:xfrm>
      </p:grpSpPr>
      <p:pic>
        <p:nvPicPr>
          <p:cNvPr id="6" name="Gráfico 5">
            <a:extLst>
              <a:ext uri="{FF2B5EF4-FFF2-40B4-BE49-F238E27FC236}">
                <a16:creationId xmlns:a16="http://schemas.microsoft.com/office/drawing/2014/main" id="{4589277D-BC14-E7E0-5822-5575F563E1C7}"/>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6200000">
            <a:off x="8039100" y="228600"/>
            <a:ext cx="4381500" cy="3924300"/>
          </a:xfrm>
          <a:prstGeom prst="rect">
            <a:avLst/>
          </a:prstGeom>
        </p:spPr>
      </p:pic>
      <p:sp>
        <p:nvSpPr>
          <p:cNvPr id="2" name="Título 1">
            <a:extLst>
              <a:ext uri="{FF2B5EF4-FFF2-40B4-BE49-F238E27FC236}">
                <a16:creationId xmlns:a16="http://schemas.microsoft.com/office/drawing/2014/main" id="{4FDB1BDE-C8F3-ACC0-740B-CBD8128777D5}"/>
              </a:ext>
            </a:extLst>
          </p:cNvPr>
          <p:cNvSpPr>
            <a:spLocks noGrp="1"/>
          </p:cNvSpPr>
          <p:nvPr>
            <p:ph type="title"/>
          </p:nvPr>
        </p:nvSpPr>
        <p:spPr>
          <a:xfrm>
            <a:off x="6096000" y="375285"/>
            <a:ext cx="4896678" cy="3624984"/>
          </a:xfrm>
        </p:spPr>
        <p:txBody>
          <a:bodyPr rtlCol="0" anchor="b">
            <a:normAutofit/>
          </a:bodyPr>
          <a:lstStyle>
            <a:lvl1pPr>
              <a:defRPr lang="es-ES" sz="4800">
                <a:solidFill>
                  <a:schemeClr val="bg1"/>
                </a:solidFill>
              </a:defRPr>
            </a:lvl1pPr>
          </a:lstStyle>
          <a:p>
            <a:pPr rtl="0"/>
            <a:r>
              <a:rPr lang="es-ES"/>
              <a:t>Haga clic para modificar el estilo de título del patrón</a:t>
            </a:r>
            <a:endParaRPr lang="es-ES" dirty="0"/>
          </a:p>
        </p:txBody>
      </p:sp>
      <p:sp>
        <p:nvSpPr>
          <p:cNvPr id="11" name="Marcador de posición de imagen 10">
            <a:extLst>
              <a:ext uri="{FF2B5EF4-FFF2-40B4-BE49-F238E27FC236}">
                <a16:creationId xmlns:a16="http://schemas.microsoft.com/office/drawing/2014/main" id="{128597A3-47D0-F393-55D9-07FFD951F396}"/>
              </a:ext>
            </a:extLst>
          </p:cNvPr>
          <p:cNvSpPr>
            <a:spLocks noGrp="1"/>
          </p:cNvSpPr>
          <p:nvPr>
            <p:ph type="pic" sz="quarter" idx="11"/>
          </p:nvPr>
        </p:nvSpPr>
        <p:spPr>
          <a:xfrm>
            <a:off x="0" y="0"/>
            <a:ext cx="6096000" cy="6858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 name="connsiteX4" fmla="*/ 0 w 6096000"/>
              <a:gd name="connsiteY4" fmla="*/ 0 h 6858000"/>
              <a:gd name="connsiteX0" fmla="*/ 0 w 6096000"/>
              <a:gd name="connsiteY0" fmla="*/ 0 h 6858000"/>
              <a:gd name="connsiteX1" fmla="*/ 4053840 w 6096000"/>
              <a:gd name="connsiteY1" fmla="*/ 0 h 6858000"/>
              <a:gd name="connsiteX2" fmla="*/ 6096000 w 6096000"/>
              <a:gd name="connsiteY2" fmla="*/ 6858000 h 6858000"/>
              <a:gd name="connsiteX3" fmla="*/ 0 w 6096000"/>
              <a:gd name="connsiteY3" fmla="*/ 6858000 h 6858000"/>
              <a:gd name="connsiteX4" fmla="*/ 0 w 6096000"/>
              <a:gd name="connsiteY4" fmla="*/ 0 h 6858000"/>
              <a:gd name="connsiteX0" fmla="*/ 586 w 6096586"/>
              <a:gd name="connsiteY0" fmla="*/ 0 h 6858000"/>
              <a:gd name="connsiteX1" fmla="*/ 4054426 w 6096586"/>
              <a:gd name="connsiteY1" fmla="*/ 0 h 6858000"/>
              <a:gd name="connsiteX2" fmla="*/ 6096586 w 6096586"/>
              <a:gd name="connsiteY2" fmla="*/ 6858000 h 6858000"/>
              <a:gd name="connsiteX3" fmla="*/ 586 w 6096586"/>
              <a:gd name="connsiteY3" fmla="*/ 6858000 h 6858000"/>
              <a:gd name="connsiteX4" fmla="*/ 586 w 6096586"/>
              <a:gd name="connsiteY4" fmla="*/ 3669792 h 6858000"/>
              <a:gd name="connsiteX5" fmla="*/ 586 w 6096586"/>
              <a:gd name="connsiteY5" fmla="*/ 0 h 6858000"/>
              <a:gd name="connsiteX0" fmla="*/ 0 w 6096000"/>
              <a:gd name="connsiteY0" fmla="*/ 0 h 6858000"/>
              <a:gd name="connsiteX1" fmla="*/ 4053840 w 6096000"/>
              <a:gd name="connsiteY1" fmla="*/ 0 h 6858000"/>
              <a:gd name="connsiteX2" fmla="*/ 6096000 w 6096000"/>
              <a:gd name="connsiteY2" fmla="*/ 6858000 h 6858000"/>
              <a:gd name="connsiteX3" fmla="*/ 950976 w 6096000"/>
              <a:gd name="connsiteY3" fmla="*/ 6858000 h 6858000"/>
              <a:gd name="connsiteX4" fmla="*/ 0 w 6096000"/>
              <a:gd name="connsiteY4" fmla="*/ 3669792 h 6858000"/>
              <a:gd name="connsiteX5" fmla="*/ 0 w 6096000"/>
              <a:gd name="connsiteY5" fmla="*/ 0 h 6858000"/>
              <a:gd name="connsiteX0" fmla="*/ 0 w 6096000"/>
              <a:gd name="connsiteY0" fmla="*/ 0 h 6858000"/>
              <a:gd name="connsiteX1" fmla="*/ 4053840 w 6096000"/>
              <a:gd name="connsiteY1" fmla="*/ 0 h 6858000"/>
              <a:gd name="connsiteX2" fmla="*/ 6096000 w 6096000"/>
              <a:gd name="connsiteY2" fmla="*/ 6858000 h 6858000"/>
              <a:gd name="connsiteX3" fmla="*/ 950976 w 6096000"/>
              <a:gd name="connsiteY3" fmla="*/ 6858000 h 6858000"/>
              <a:gd name="connsiteX4" fmla="*/ 0 w 6096000"/>
              <a:gd name="connsiteY4" fmla="*/ 3669792 h 6858000"/>
              <a:gd name="connsiteX5" fmla="*/ 0 w 6096000"/>
              <a:gd name="connsiteY5" fmla="*/ 0 h 6858000"/>
              <a:gd name="connsiteX0" fmla="*/ 0 w 6096000"/>
              <a:gd name="connsiteY0" fmla="*/ 0 h 6858000"/>
              <a:gd name="connsiteX1" fmla="*/ 4053840 w 6096000"/>
              <a:gd name="connsiteY1" fmla="*/ 0 h 6858000"/>
              <a:gd name="connsiteX2" fmla="*/ 6096000 w 6096000"/>
              <a:gd name="connsiteY2" fmla="*/ 6858000 h 6858000"/>
              <a:gd name="connsiteX3" fmla="*/ 950976 w 6096000"/>
              <a:gd name="connsiteY3" fmla="*/ 6858000 h 6858000"/>
              <a:gd name="connsiteX4" fmla="*/ 0 w 6096000"/>
              <a:gd name="connsiteY4" fmla="*/ 3669792 h 6858000"/>
              <a:gd name="connsiteX5" fmla="*/ 0 w 6096000"/>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96000" h="6858000">
                <a:moveTo>
                  <a:pt x="0" y="0"/>
                </a:moveTo>
                <a:lnTo>
                  <a:pt x="4053840" y="0"/>
                </a:lnTo>
                <a:lnTo>
                  <a:pt x="6096000" y="6858000"/>
                </a:lnTo>
                <a:lnTo>
                  <a:pt x="950976" y="6858000"/>
                </a:lnTo>
                <a:lnTo>
                  <a:pt x="0" y="3669792"/>
                </a:lnTo>
                <a:lnTo>
                  <a:pt x="0" y="0"/>
                </a:lnTo>
                <a:close/>
              </a:path>
            </a:pathLst>
          </a:custGeom>
        </p:spPr>
        <p:txBody>
          <a:bodyPr rtlCol="0">
            <a:normAutofit/>
          </a:bodyPr>
          <a:lstStyle>
            <a:lvl1pPr marL="0" indent="0" algn="l">
              <a:buNone/>
              <a:defRPr lang="es-ES" sz="2000">
                <a:solidFill>
                  <a:schemeClr val="bg1"/>
                </a:solidFill>
              </a:defRPr>
            </a:lvl1pPr>
          </a:lstStyle>
          <a:p>
            <a:pPr rtl="0"/>
            <a:r>
              <a:rPr lang="es-ES" dirty="0"/>
              <a:t>Haga clic en el icono para agregar una imagen</a:t>
            </a:r>
          </a:p>
        </p:txBody>
      </p:sp>
      <p:sp>
        <p:nvSpPr>
          <p:cNvPr id="9" name="Marcador de contenido 10">
            <a:extLst>
              <a:ext uri="{FF2B5EF4-FFF2-40B4-BE49-F238E27FC236}">
                <a16:creationId xmlns:a16="http://schemas.microsoft.com/office/drawing/2014/main" id="{4BF260CE-C6E3-AE7A-DB8E-A72A1CF5B54E}"/>
              </a:ext>
            </a:extLst>
          </p:cNvPr>
          <p:cNvSpPr>
            <a:spLocks noGrp="1"/>
          </p:cNvSpPr>
          <p:nvPr>
            <p:ph sz="quarter" idx="10" hasCustomPrompt="1"/>
          </p:nvPr>
        </p:nvSpPr>
        <p:spPr>
          <a:xfrm>
            <a:off x="6096000" y="4172990"/>
            <a:ext cx="4896677" cy="2309726"/>
          </a:xfrm>
        </p:spPr>
        <p:txBody>
          <a:bodyPr rtlCol="0">
            <a:normAutofit/>
          </a:bodyPr>
          <a:lstStyle>
            <a:lvl1pPr marL="0" indent="0">
              <a:spcBef>
                <a:spcPts val="0"/>
              </a:spcBef>
              <a:spcAft>
                <a:spcPts val="1200"/>
              </a:spcAft>
              <a:buNone/>
              <a:defRPr lang="es-ES" sz="2000">
                <a:solidFill>
                  <a:schemeClr val="bg1"/>
                </a:solidFill>
              </a:defRPr>
            </a:lvl1pPr>
            <a:lvl2pPr marL="742950" indent="-285750">
              <a:spcBef>
                <a:spcPts val="0"/>
              </a:spcBef>
              <a:spcAft>
                <a:spcPts val="1200"/>
              </a:spcAft>
              <a:buFont typeface="Arial" panose="020B0604020202020204" pitchFamily="34" charset="0"/>
              <a:buChar char="•"/>
              <a:defRPr lang="es-ES" sz="1800">
                <a:solidFill>
                  <a:schemeClr val="bg1"/>
                </a:solidFill>
              </a:defRPr>
            </a:lvl2pPr>
            <a:lvl3pPr marL="1200150" indent="-285750">
              <a:spcBef>
                <a:spcPts val="0"/>
              </a:spcBef>
              <a:spcAft>
                <a:spcPts val="1200"/>
              </a:spcAft>
              <a:buFont typeface="Arial" panose="020B0604020202020204" pitchFamily="34" charset="0"/>
              <a:buChar char="•"/>
              <a:defRPr lang="es-ES" sz="1600">
                <a:solidFill>
                  <a:schemeClr val="bg1"/>
                </a:solidFill>
              </a:defRPr>
            </a:lvl3pPr>
            <a:lvl4pPr marL="1657350" indent="-285750">
              <a:spcBef>
                <a:spcPts val="0"/>
              </a:spcBef>
              <a:spcAft>
                <a:spcPts val="1200"/>
              </a:spcAft>
              <a:buFont typeface="Arial" panose="020B0604020202020204" pitchFamily="34" charset="0"/>
              <a:buChar char="•"/>
              <a:defRPr lang="es-ES" sz="1400">
                <a:solidFill>
                  <a:schemeClr val="bg1"/>
                </a:solidFill>
              </a:defRPr>
            </a:lvl4pPr>
            <a:lvl5pPr marL="2114550" indent="-285750">
              <a:spcBef>
                <a:spcPts val="0"/>
              </a:spcBef>
              <a:spcAft>
                <a:spcPts val="1200"/>
              </a:spcAft>
              <a:buFont typeface="Arial" panose="020B0604020202020204" pitchFamily="34" charset="0"/>
              <a:buChar char="•"/>
              <a:defRPr lang="es-ES" sz="1400">
                <a:solidFill>
                  <a:schemeClr val="bg1"/>
                </a:solidFill>
              </a:defRPr>
            </a:lvl5pPr>
          </a:lstStyle>
          <a:p>
            <a:pPr lvl="0" rtl="0"/>
            <a:r>
              <a:rPr lang="es-ES"/>
              <a:t>Haga clic para agregar texto</a:t>
            </a:r>
          </a:p>
          <a:p>
            <a:pPr lvl="1" rtl="0"/>
            <a:r>
              <a:rPr lang="es-ES"/>
              <a:t>Segundo nivel</a:t>
            </a:r>
          </a:p>
          <a:p>
            <a:pPr lvl="2" rtl="0"/>
            <a:r>
              <a:rPr lang="es-ES"/>
              <a:t>Tercer nivel</a:t>
            </a:r>
          </a:p>
          <a:p>
            <a:pPr lvl="3" rtl="0"/>
            <a:r>
              <a:rPr lang="es-ES"/>
              <a:t>Cuarto nivel</a:t>
            </a:r>
          </a:p>
          <a:p>
            <a:pPr lvl="4" rtl="0"/>
            <a:r>
              <a:rPr lang="es-ES"/>
              <a:t>Quinto nivel</a:t>
            </a:r>
          </a:p>
        </p:txBody>
      </p:sp>
    </p:spTree>
    <p:extLst>
      <p:ext uri="{BB962C8B-B14F-4D97-AF65-F5344CB8AC3E}">
        <p14:creationId xmlns:p14="http://schemas.microsoft.com/office/powerpoint/2010/main" val="27891114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ítulo y dos contenidos 1">
    <p:bg>
      <p:bgPr>
        <a:solidFill>
          <a:schemeClr val="accent1"/>
        </a:solidFill>
        <a:effectLst/>
      </p:bgPr>
    </p:bg>
    <p:spTree>
      <p:nvGrpSpPr>
        <p:cNvPr id="1" name=""/>
        <p:cNvGrpSpPr/>
        <p:nvPr/>
      </p:nvGrpSpPr>
      <p:grpSpPr>
        <a:xfrm>
          <a:off x="0" y="0"/>
          <a:ext cx="0" cy="0"/>
          <a:chOff x="0" y="0"/>
          <a:chExt cx="0" cy="0"/>
        </a:xfrm>
      </p:grpSpPr>
      <p:pic>
        <p:nvPicPr>
          <p:cNvPr id="8" name="Gráfico 7">
            <a:extLst>
              <a:ext uri="{FF2B5EF4-FFF2-40B4-BE49-F238E27FC236}">
                <a16:creationId xmlns:a16="http://schemas.microsoft.com/office/drawing/2014/main" id="{D6E20435-B9A5-359D-133D-5D3EED409CD5}"/>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955" t="41988" r="53993" b="33420"/>
          <a:stretch/>
        </p:blipFill>
        <p:spPr>
          <a:xfrm rot="10800000">
            <a:off x="9198864" y="-5"/>
            <a:ext cx="2993136" cy="1517907"/>
          </a:xfrm>
          <a:prstGeom prst="rect">
            <a:avLst/>
          </a:prstGeom>
        </p:spPr>
      </p:pic>
      <p:pic>
        <p:nvPicPr>
          <p:cNvPr id="9" name="Gráfico 8">
            <a:extLst>
              <a:ext uri="{FF2B5EF4-FFF2-40B4-BE49-F238E27FC236}">
                <a16:creationId xmlns:a16="http://schemas.microsoft.com/office/drawing/2014/main" id="{7B99CAE4-AA9B-52BA-7DE8-8245CE705D35}"/>
              </a:ext>
              <a:ext uri="{C183D7F6-B498-43B3-948B-1728B52AA6E4}">
                <adec:decorative xmlns:adec="http://schemas.microsoft.com/office/drawing/2017/decorative" val="1"/>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l="25445" t="24819" r="46503"/>
          <a:stretch/>
        </p:blipFill>
        <p:spPr>
          <a:xfrm rot="16200000">
            <a:off x="961221" y="4525179"/>
            <a:ext cx="1371600" cy="3294042"/>
          </a:xfrm>
          <a:prstGeom prst="rect">
            <a:avLst/>
          </a:prstGeom>
        </p:spPr>
      </p:pic>
      <p:sp>
        <p:nvSpPr>
          <p:cNvPr id="10" name="Título 9">
            <a:extLst>
              <a:ext uri="{FF2B5EF4-FFF2-40B4-BE49-F238E27FC236}">
                <a16:creationId xmlns:a16="http://schemas.microsoft.com/office/drawing/2014/main" id="{28DFE681-710B-6FE5-B8E0-3BC9DB9F12D1}"/>
              </a:ext>
            </a:extLst>
          </p:cNvPr>
          <p:cNvSpPr>
            <a:spLocks noGrp="1"/>
          </p:cNvSpPr>
          <p:nvPr>
            <p:ph type="title" hasCustomPrompt="1"/>
          </p:nvPr>
        </p:nvSpPr>
        <p:spPr>
          <a:xfrm>
            <a:off x="914399" y="365125"/>
            <a:ext cx="10363201" cy="1629601"/>
          </a:xfrm>
        </p:spPr>
        <p:txBody>
          <a:bodyPr rtlCol="0">
            <a:normAutofit/>
          </a:bodyPr>
          <a:lstStyle>
            <a:lvl1pPr>
              <a:defRPr lang="es-ES" sz="3200"/>
            </a:lvl1pPr>
          </a:lstStyle>
          <a:p>
            <a:pPr rtl="0"/>
            <a:r>
              <a:rPr lang="es-ES"/>
              <a:t>Haga clic para agregar un título</a:t>
            </a:r>
          </a:p>
        </p:txBody>
      </p:sp>
      <p:sp>
        <p:nvSpPr>
          <p:cNvPr id="11" name="Marcador de contenido 10">
            <a:extLst>
              <a:ext uri="{FF2B5EF4-FFF2-40B4-BE49-F238E27FC236}">
                <a16:creationId xmlns:a16="http://schemas.microsoft.com/office/drawing/2014/main" id="{3FE383D3-6A16-1891-FF52-470B26B94042}"/>
              </a:ext>
            </a:extLst>
          </p:cNvPr>
          <p:cNvSpPr>
            <a:spLocks noGrp="1"/>
          </p:cNvSpPr>
          <p:nvPr>
            <p:ph sz="quarter" idx="10" hasCustomPrompt="1"/>
          </p:nvPr>
        </p:nvSpPr>
        <p:spPr>
          <a:xfrm>
            <a:off x="914399" y="2022250"/>
            <a:ext cx="4992709" cy="3747180"/>
          </a:xfrm>
        </p:spPr>
        <p:txBody>
          <a:bodyPr rtlCol="0">
            <a:normAutofit/>
          </a:bodyPr>
          <a:lstStyle>
            <a:lvl1pPr>
              <a:spcBef>
                <a:spcPts val="0"/>
              </a:spcBef>
              <a:spcAft>
                <a:spcPts val="1200"/>
              </a:spcAft>
              <a:defRPr lang="es-ES" sz="2000"/>
            </a:lvl1pPr>
            <a:lvl2pPr>
              <a:spcBef>
                <a:spcPts val="0"/>
              </a:spcBef>
              <a:spcAft>
                <a:spcPts val="1200"/>
              </a:spcAft>
              <a:defRPr lang="es-ES" sz="1800"/>
            </a:lvl2pPr>
            <a:lvl3pPr>
              <a:spcBef>
                <a:spcPts val="0"/>
              </a:spcBef>
              <a:spcAft>
                <a:spcPts val="1200"/>
              </a:spcAft>
              <a:defRPr lang="es-ES" sz="1600"/>
            </a:lvl3pPr>
            <a:lvl4pPr>
              <a:spcBef>
                <a:spcPts val="0"/>
              </a:spcBef>
              <a:spcAft>
                <a:spcPts val="1200"/>
              </a:spcAft>
              <a:defRPr lang="es-ES" sz="1400"/>
            </a:lvl4pPr>
            <a:lvl5pPr>
              <a:spcBef>
                <a:spcPts val="0"/>
              </a:spcBef>
              <a:spcAft>
                <a:spcPts val="1200"/>
              </a:spcAft>
              <a:defRPr lang="es-ES" sz="1400"/>
            </a:lvl5pPr>
          </a:lstStyle>
          <a:p>
            <a:pPr lvl="0" rtl="0"/>
            <a:r>
              <a:rPr lang="es-ES"/>
              <a:t>Haga clic para agregar texto</a:t>
            </a:r>
          </a:p>
          <a:p>
            <a:pPr lvl="1" rtl="0"/>
            <a:r>
              <a:rPr lang="es-ES"/>
              <a:t>Segundo nivel</a:t>
            </a:r>
          </a:p>
          <a:p>
            <a:pPr lvl="2" rtl="0"/>
            <a:r>
              <a:rPr lang="es-ES"/>
              <a:t>Tercer nivel</a:t>
            </a:r>
          </a:p>
          <a:p>
            <a:pPr lvl="3" rtl="0"/>
            <a:r>
              <a:rPr lang="es-ES"/>
              <a:t>Cuarto nivel</a:t>
            </a:r>
          </a:p>
          <a:p>
            <a:pPr lvl="4" rtl="0"/>
            <a:r>
              <a:rPr lang="es-ES"/>
              <a:t>Quinto nivel</a:t>
            </a:r>
          </a:p>
        </p:txBody>
      </p:sp>
      <p:sp>
        <p:nvSpPr>
          <p:cNvPr id="12" name="Marcador de contenido 10">
            <a:extLst>
              <a:ext uri="{FF2B5EF4-FFF2-40B4-BE49-F238E27FC236}">
                <a16:creationId xmlns:a16="http://schemas.microsoft.com/office/drawing/2014/main" id="{74B5EB04-CA6E-7417-56DF-A55B21E94B74}"/>
              </a:ext>
            </a:extLst>
          </p:cNvPr>
          <p:cNvSpPr>
            <a:spLocks noGrp="1"/>
          </p:cNvSpPr>
          <p:nvPr>
            <p:ph sz="quarter" idx="11" hasCustomPrompt="1"/>
          </p:nvPr>
        </p:nvSpPr>
        <p:spPr>
          <a:xfrm>
            <a:off x="6284891" y="2022250"/>
            <a:ext cx="4992709" cy="3747180"/>
          </a:xfrm>
        </p:spPr>
        <p:txBody>
          <a:bodyPr rtlCol="0">
            <a:normAutofit/>
          </a:bodyPr>
          <a:lstStyle>
            <a:lvl1pPr>
              <a:spcBef>
                <a:spcPts val="0"/>
              </a:spcBef>
              <a:spcAft>
                <a:spcPts val="1200"/>
              </a:spcAft>
              <a:defRPr lang="es-ES" sz="2000"/>
            </a:lvl1pPr>
            <a:lvl2pPr>
              <a:spcBef>
                <a:spcPts val="0"/>
              </a:spcBef>
              <a:spcAft>
                <a:spcPts val="1200"/>
              </a:spcAft>
              <a:defRPr lang="es-ES" sz="1800"/>
            </a:lvl2pPr>
            <a:lvl3pPr>
              <a:spcBef>
                <a:spcPts val="0"/>
              </a:spcBef>
              <a:spcAft>
                <a:spcPts val="1200"/>
              </a:spcAft>
              <a:defRPr lang="es-ES" sz="1600"/>
            </a:lvl3pPr>
            <a:lvl4pPr>
              <a:spcBef>
                <a:spcPts val="0"/>
              </a:spcBef>
              <a:spcAft>
                <a:spcPts val="1200"/>
              </a:spcAft>
              <a:defRPr lang="es-ES" sz="1400"/>
            </a:lvl4pPr>
            <a:lvl5pPr>
              <a:spcBef>
                <a:spcPts val="0"/>
              </a:spcBef>
              <a:spcAft>
                <a:spcPts val="1200"/>
              </a:spcAft>
              <a:defRPr lang="es-ES" sz="1400"/>
            </a:lvl5pPr>
          </a:lstStyle>
          <a:p>
            <a:pPr lvl="0" rtl="0"/>
            <a:r>
              <a:rPr lang="es-ES"/>
              <a:t>Haga clic para agregar texto</a:t>
            </a:r>
          </a:p>
          <a:p>
            <a:pPr lvl="1" rtl="0"/>
            <a:r>
              <a:rPr lang="es-ES"/>
              <a:t>Segundo nivel</a:t>
            </a:r>
          </a:p>
          <a:p>
            <a:pPr lvl="2" rtl="0"/>
            <a:r>
              <a:rPr lang="es-ES"/>
              <a:t>Tercer nivel</a:t>
            </a:r>
          </a:p>
          <a:p>
            <a:pPr lvl="3" rtl="0"/>
            <a:r>
              <a:rPr lang="es-ES"/>
              <a:t>Cuarto nivel</a:t>
            </a:r>
          </a:p>
          <a:p>
            <a:pPr lvl="4" rtl="0"/>
            <a:r>
              <a:rPr lang="es-ES"/>
              <a:t>Quinto nivel</a:t>
            </a:r>
          </a:p>
        </p:txBody>
      </p:sp>
      <p:sp>
        <p:nvSpPr>
          <p:cNvPr id="5" name="Marcador de número de diapositiva 5">
            <a:extLst>
              <a:ext uri="{FF2B5EF4-FFF2-40B4-BE49-F238E27FC236}">
                <a16:creationId xmlns:a16="http://schemas.microsoft.com/office/drawing/2014/main" id="{B9B66675-D8A5-0062-EB51-C8069A2C3C2E}"/>
              </a:ext>
            </a:extLst>
          </p:cNvPr>
          <p:cNvSpPr>
            <a:spLocks noGrp="1"/>
          </p:cNvSpPr>
          <p:nvPr>
            <p:ph type="sldNum" sz="quarter" idx="4"/>
          </p:nvPr>
        </p:nvSpPr>
        <p:spPr>
          <a:xfrm>
            <a:off x="914400" y="6246254"/>
            <a:ext cx="631065" cy="296214"/>
          </a:xfrm>
          <a:prstGeom prst="rect">
            <a:avLst/>
          </a:prstGeom>
        </p:spPr>
        <p:txBody>
          <a:bodyPr vert="horz" lIns="91440" tIns="45720" rIns="91440" bIns="45720" rtlCol="0" anchor="ctr"/>
          <a:lstStyle>
            <a:lvl1pPr algn="l">
              <a:defRPr lang="es-ES" sz="1200">
                <a:solidFill>
                  <a:schemeClr val="tx1"/>
                </a:solidFill>
              </a:defRPr>
            </a:lvl1pPr>
          </a:lstStyle>
          <a:p>
            <a:pPr rtl="0"/>
            <a:fld id="{B5CEABB6-07DC-46E8-9B57-56EC44A396E5}" type="slidenum">
              <a:rPr lang="es-ES" smtClean="0"/>
              <a:pPr rtl="0"/>
              <a:t>‹Nº›</a:t>
            </a:fld>
            <a:endParaRPr lang="es-ES" dirty="0"/>
          </a:p>
        </p:txBody>
      </p:sp>
    </p:spTree>
    <p:extLst>
      <p:ext uri="{BB962C8B-B14F-4D97-AF65-F5344CB8AC3E}">
        <p14:creationId xmlns:p14="http://schemas.microsoft.com/office/powerpoint/2010/main" val="34177926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ítulo y dos contenidos 2">
    <p:spTree>
      <p:nvGrpSpPr>
        <p:cNvPr id="1" name=""/>
        <p:cNvGrpSpPr/>
        <p:nvPr/>
      </p:nvGrpSpPr>
      <p:grpSpPr>
        <a:xfrm>
          <a:off x="0" y="0"/>
          <a:ext cx="0" cy="0"/>
          <a:chOff x="0" y="0"/>
          <a:chExt cx="0" cy="0"/>
        </a:xfrm>
      </p:grpSpPr>
      <p:pic>
        <p:nvPicPr>
          <p:cNvPr id="8" name="Gráfico 7">
            <a:extLst>
              <a:ext uri="{FF2B5EF4-FFF2-40B4-BE49-F238E27FC236}">
                <a16:creationId xmlns:a16="http://schemas.microsoft.com/office/drawing/2014/main" id="{A783FA55-EF1D-66CF-8FD5-29086D71E62F}"/>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981" t="40714" r="61027" b="44471"/>
          <a:stretch/>
        </p:blipFill>
        <p:spPr>
          <a:xfrm rot="10800000" flipV="1">
            <a:off x="-26830" y="5950040"/>
            <a:ext cx="2513521" cy="914400"/>
          </a:xfrm>
          <a:prstGeom prst="rect">
            <a:avLst/>
          </a:prstGeom>
        </p:spPr>
      </p:pic>
      <p:pic>
        <p:nvPicPr>
          <p:cNvPr id="9" name="Gráfico 8">
            <a:extLst>
              <a:ext uri="{FF2B5EF4-FFF2-40B4-BE49-F238E27FC236}">
                <a16:creationId xmlns:a16="http://schemas.microsoft.com/office/drawing/2014/main" id="{542CEFED-8DE0-0155-A5B6-A44051A6D034}"/>
              </a:ext>
              <a:ext uri="{C183D7F6-B498-43B3-948B-1728B52AA6E4}">
                <adec:decorative xmlns:adec="http://schemas.microsoft.com/office/drawing/2017/decorative" val="1"/>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l="18883" t="18052" r="46636"/>
          <a:stretch/>
        </p:blipFill>
        <p:spPr>
          <a:xfrm rot="16200000" flipH="1" flipV="1">
            <a:off x="9553763" y="-952310"/>
            <a:ext cx="1685928" cy="3590547"/>
          </a:xfrm>
          <a:prstGeom prst="rect">
            <a:avLst/>
          </a:prstGeom>
        </p:spPr>
      </p:pic>
      <p:sp>
        <p:nvSpPr>
          <p:cNvPr id="10" name="Título 9">
            <a:extLst>
              <a:ext uri="{FF2B5EF4-FFF2-40B4-BE49-F238E27FC236}">
                <a16:creationId xmlns:a16="http://schemas.microsoft.com/office/drawing/2014/main" id="{57FC493E-284F-ADBA-D92D-883CAB13ADCA}"/>
              </a:ext>
            </a:extLst>
          </p:cNvPr>
          <p:cNvSpPr>
            <a:spLocks noGrp="1"/>
          </p:cNvSpPr>
          <p:nvPr>
            <p:ph type="title" hasCustomPrompt="1"/>
          </p:nvPr>
        </p:nvSpPr>
        <p:spPr>
          <a:xfrm>
            <a:off x="914398" y="365125"/>
            <a:ext cx="10439401" cy="1617017"/>
          </a:xfrm>
        </p:spPr>
        <p:txBody>
          <a:bodyPr rtlCol="0">
            <a:normAutofit/>
          </a:bodyPr>
          <a:lstStyle>
            <a:lvl1pPr>
              <a:defRPr lang="es-ES" sz="3200"/>
            </a:lvl1pPr>
          </a:lstStyle>
          <a:p>
            <a:pPr rtl="0"/>
            <a:r>
              <a:rPr lang="es-ES"/>
              <a:t>Haga clic para agregar un título</a:t>
            </a:r>
          </a:p>
        </p:txBody>
      </p:sp>
      <p:sp>
        <p:nvSpPr>
          <p:cNvPr id="11" name="Marcador de contenido 10">
            <a:extLst>
              <a:ext uri="{FF2B5EF4-FFF2-40B4-BE49-F238E27FC236}">
                <a16:creationId xmlns:a16="http://schemas.microsoft.com/office/drawing/2014/main" id="{4B8B2035-4AA9-D25E-9F15-3ED36F734D13}"/>
              </a:ext>
            </a:extLst>
          </p:cNvPr>
          <p:cNvSpPr>
            <a:spLocks noGrp="1"/>
          </p:cNvSpPr>
          <p:nvPr>
            <p:ph sz="quarter" idx="10" hasCustomPrompt="1"/>
          </p:nvPr>
        </p:nvSpPr>
        <p:spPr>
          <a:xfrm>
            <a:off x="914399" y="2022250"/>
            <a:ext cx="3310129" cy="3747180"/>
          </a:xfrm>
        </p:spPr>
        <p:txBody>
          <a:bodyPr rtlCol="0">
            <a:normAutofit/>
          </a:bodyPr>
          <a:lstStyle>
            <a:lvl1pPr>
              <a:spcBef>
                <a:spcPts val="0"/>
              </a:spcBef>
              <a:spcAft>
                <a:spcPts val="1200"/>
              </a:spcAft>
              <a:defRPr lang="es-ES" sz="2000" b="1"/>
            </a:lvl1pPr>
            <a:lvl2pPr>
              <a:spcBef>
                <a:spcPts val="0"/>
              </a:spcBef>
              <a:spcAft>
                <a:spcPts val="1200"/>
              </a:spcAft>
              <a:defRPr lang="es-ES" sz="1800" b="1"/>
            </a:lvl2pPr>
            <a:lvl3pPr>
              <a:spcBef>
                <a:spcPts val="0"/>
              </a:spcBef>
              <a:spcAft>
                <a:spcPts val="1200"/>
              </a:spcAft>
              <a:defRPr lang="es-ES" sz="1600" b="1"/>
            </a:lvl3pPr>
            <a:lvl4pPr>
              <a:spcBef>
                <a:spcPts val="0"/>
              </a:spcBef>
              <a:spcAft>
                <a:spcPts val="1200"/>
              </a:spcAft>
              <a:defRPr lang="es-ES" sz="1400" b="1"/>
            </a:lvl4pPr>
            <a:lvl5pPr>
              <a:spcBef>
                <a:spcPts val="0"/>
              </a:spcBef>
              <a:spcAft>
                <a:spcPts val="1200"/>
              </a:spcAft>
              <a:defRPr lang="es-ES" sz="1400" b="1"/>
            </a:lvl5pPr>
          </a:lstStyle>
          <a:p>
            <a:pPr lvl="0" rtl="0"/>
            <a:r>
              <a:rPr lang="es-ES"/>
              <a:t>Haga clic para agregar texto</a:t>
            </a:r>
          </a:p>
          <a:p>
            <a:pPr lvl="1" rtl="0"/>
            <a:r>
              <a:rPr lang="es-ES"/>
              <a:t>Segundo nivel</a:t>
            </a:r>
          </a:p>
          <a:p>
            <a:pPr lvl="2" rtl="0"/>
            <a:r>
              <a:rPr lang="es-ES"/>
              <a:t>Tercer nivel</a:t>
            </a:r>
          </a:p>
          <a:p>
            <a:pPr lvl="3" rtl="0"/>
            <a:r>
              <a:rPr lang="es-ES"/>
              <a:t>Cuarto nivel</a:t>
            </a:r>
          </a:p>
          <a:p>
            <a:pPr lvl="4" rtl="0"/>
            <a:r>
              <a:rPr lang="es-ES"/>
              <a:t>Quinto nivel</a:t>
            </a:r>
          </a:p>
        </p:txBody>
      </p:sp>
      <p:sp>
        <p:nvSpPr>
          <p:cNvPr id="12" name="Marcador de contenido 10">
            <a:extLst>
              <a:ext uri="{FF2B5EF4-FFF2-40B4-BE49-F238E27FC236}">
                <a16:creationId xmlns:a16="http://schemas.microsoft.com/office/drawing/2014/main" id="{6A694422-6B3E-3D80-AC41-FD1CED52ACAB}"/>
              </a:ext>
            </a:extLst>
          </p:cNvPr>
          <p:cNvSpPr>
            <a:spLocks noGrp="1"/>
          </p:cNvSpPr>
          <p:nvPr>
            <p:ph sz="quarter" idx="11" hasCustomPrompt="1"/>
          </p:nvPr>
        </p:nvSpPr>
        <p:spPr>
          <a:xfrm>
            <a:off x="4602310" y="2018120"/>
            <a:ext cx="6751489" cy="3747180"/>
          </a:xfrm>
        </p:spPr>
        <p:txBody>
          <a:bodyPr rtlCol="0">
            <a:normAutofit/>
          </a:bodyPr>
          <a:lstStyle>
            <a:lvl1pPr>
              <a:spcBef>
                <a:spcPts val="0"/>
              </a:spcBef>
              <a:spcAft>
                <a:spcPts val="1200"/>
              </a:spcAft>
              <a:defRPr lang="es-ES" sz="2000"/>
            </a:lvl1pPr>
            <a:lvl2pPr>
              <a:spcBef>
                <a:spcPts val="0"/>
              </a:spcBef>
              <a:spcAft>
                <a:spcPts val="1200"/>
              </a:spcAft>
              <a:defRPr lang="es-ES" sz="1800"/>
            </a:lvl2pPr>
            <a:lvl3pPr>
              <a:spcBef>
                <a:spcPts val="0"/>
              </a:spcBef>
              <a:spcAft>
                <a:spcPts val="1200"/>
              </a:spcAft>
              <a:defRPr lang="es-ES" sz="1600"/>
            </a:lvl3pPr>
            <a:lvl4pPr>
              <a:spcBef>
                <a:spcPts val="0"/>
              </a:spcBef>
              <a:spcAft>
                <a:spcPts val="1200"/>
              </a:spcAft>
              <a:defRPr lang="es-ES" sz="1400"/>
            </a:lvl4pPr>
            <a:lvl5pPr>
              <a:spcBef>
                <a:spcPts val="0"/>
              </a:spcBef>
              <a:spcAft>
                <a:spcPts val="1200"/>
              </a:spcAft>
              <a:defRPr lang="es-ES" sz="1400"/>
            </a:lvl5pPr>
          </a:lstStyle>
          <a:p>
            <a:pPr lvl="0" rtl="0"/>
            <a:r>
              <a:rPr lang="es-ES"/>
              <a:t>Haga clic para agregar texto</a:t>
            </a:r>
          </a:p>
          <a:p>
            <a:pPr lvl="1" rtl="0"/>
            <a:r>
              <a:rPr lang="es-ES"/>
              <a:t>Segundo nivel</a:t>
            </a:r>
          </a:p>
          <a:p>
            <a:pPr lvl="2" rtl="0"/>
            <a:r>
              <a:rPr lang="es-ES"/>
              <a:t>Tercer nivel</a:t>
            </a:r>
          </a:p>
          <a:p>
            <a:pPr lvl="3" rtl="0"/>
            <a:r>
              <a:rPr lang="es-ES"/>
              <a:t>Cuarto nivel</a:t>
            </a:r>
          </a:p>
          <a:p>
            <a:pPr lvl="4" rtl="0"/>
            <a:r>
              <a:rPr lang="es-ES"/>
              <a:t>Quinto nivel</a:t>
            </a:r>
          </a:p>
        </p:txBody>
      </p:sp>
      <p:sp>
        <p:nvSpPr>
          <p:cNvPr id="5" name="Marcador de número de diapositiva 5">
            <a:extLst>
              <a:ext uri="{FF2B5EF4-FFF2-40B4-BE49-F238E27FC236}">
                <a16:creationId xmlns:a16="http://schemas.microsoft.com/office/drawing/2014/main" id="{B9B66675-D8A5-0062-EB51-C8069A2C3C2E}"/>
              </a:ext>
            </a:extLst>
          </p:cNvPr>
          <p:cNvSpPr>
            <a:spLocks noGrp="1"/>
          </p:cNvSpPr>
          <p:nvPr>
            <p:ph type="sldNum" sz="quarter" idx="4"/>
          </p:nvPr>
        </p:nvSpPr>
        <p:spPr>
          <a:xfrm>
            <a:off x="914400" y="6246254"/>
            <a:ext cx="631065" cy="296214"/>
          </a:xfrm>
          <a:prstGeom prst="rect">
            <a:avLst/>
          </a:prstGeom>
        </p:spPr>
        <p:txBody>
          <a:bodyPr vert="horz" lIns="91440" tIns="45720" rIns="91440" bIns="45720" rtlCol="0" anchor="ctr"/>
          <a:lstStyle>
            <a:lvl1pPr algn="l">
              <a:defRPr lang="es-ES" sz="1200">
                <a:solidFill>
                  <a:schemeClr val="tx1"/>
                </a:solidFill>
              </a:defRPr>
            </a:lvl1pPr>
          </a:lstStyle>
          <a:p>
            <a:pPr rtl="0"/>
            <a:fld id="{B5CEABB6-07DC-46E8-9B57-56EC44A396E5}" type="slidenum">
              <a:rPr lang="es-ES" smtClean="0"/>
              <a:pPr rtl="0"/>
              <a:t>‹Nº›</a:t>
            </a:fld>
            <a:endParaRPr lang="es-ES" dirty="0"/>
          </a:p>
        </p:txBody>
      </p:sp>
    </p:spTree>
    <p:extLst>
      <p:ext uri="{BB962C8B-B14F-4D97-AF65-F5344CB8AC3E}">
        <p14:creationId xmlns:p14="http://schemas.microsoft.com/office/powerpoint/2010/main" val="17828138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ítulo, contenido e imagen a la derecha">
    <p:bg>
      <p:bgPr>
        <a:solidFill>
          <a:schemeClr val="accent1"/>
        </a:solidFill>
        <a:effectLst/>
      </p:bgPr>
    </p:bg>
    <p:spTree>
      <p:nvGrpSpPr>
        <p:cNvPr id="1" name=""/>
        <p:cNvGrpSpPr/>
        <p:nvPr/>
      </p:nvGrpSpPr>
      <p:grpSpPr>
        <a:xfrm>
          <a:off x="0" y="0"/>
          <a:ext cx="0" cy="0"/>
          <a:chOff x="0" y="0"/>
          <a:chExt cx="0" cy="0"/>
        </a:xfrm>
      </p:grpSpPr>
      <p:pic>
        <p:nvPicPr>
          <p:cNvPr id="8" name="Gráfico 7">
            <a:extLst>
              <a:ext uri="{FF2B5EF4-FFF2-40B4-BE49-F238E27FC236}">
                <a16:creationId xmlns:a16="http://schemas.microsoft.com/office/drawing/2014/main" id="{48DBD2A1-633E-7A22-751B-5CEFCA93F20C}"/>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7703" t="485" b="67543"/>
          <a:stretch/>
        </p:blipFill>
        <p:spPr>
          <a:xfrm rot="5400000">
            <a:off x="-115162" y="115164"/>
            <a:ext cx="1895058" cy="1664735"/>
          </a:xfrm>
          <a:prstGeom prst="rect">
            <a:avLst/>
          </a:prstGeom>
        </p:spPr>
      </p:pic>
      <p:sp>
        <p:nvSpPr>
          <p:cNvPr id="9" name="Título 8">
            <a:extLst>
              <a:ext uri="{FF2B5EF4-FFF2-40B4-BE49-F238E27FC236}">
                <a16:creationId xmlns:a16="http://schemas.microsoft.com/office/drawing/2014/main" id="{3E7BF4D0-D641-9859-157D-B9094EF3DAB1}"/>
              </a:ext>
            </a:extLst>
          </p:cNvPr>
          <p:cNvSpPr>
            <a:spLocks noGrp="1"/>
          </p:cNvSpPr>
          <p:nvPr>
            <p:ph type="title" hasCustomPrompt="1"/>
          </p:nvPr>
        </p:nvSpPr>
        <p:spPr>
          <a:xfrm>
            <a:off x="916385" y="446313"/>
            <a:ext cx="5179615" cy="1448747"/>
          </a:xfrm>
        </p:spPr>
        <p:txBody>
          <a:bodyPr rtlCol="0">
            <a:normAutofit/>
          </a:bodyPr>
          <a:lstStyle>
            <a:lvl1pPr>
              <a:defRPr lang="es-ES" sz="3200"/>
            </a:lvl1pPr>
          </a:lstStyle>
          <a:p>
            <a:pPr rtl="0"/>
            <a:r>
              <a:rPr lang="es-ES"/>
              <a:t>Haga clic para agregar un título</a:t>
            </a:r>
          </a:p>
        </p:txBody>
      </p:sp>
      <p:sp>
        <p:nvSpPr>
          <p:cNvPr id="10" name="Marcador de contenido 10">
            <a:extLst>
              <a:ext uri="{FF2B5EF4-FFF2-40B4-BE49-F238E27FC236}">
                <a16:creationId xmlns:a16="http://schemas.microsoft.com/office/drawing/2014/main" id="{115AE488-757F-4C5A-7733-85C1D1EA98D3}"/>
              </a:ext>
            </a:extLst>
          </p:cNvPr>
          <p:cNvSpPr>
            <a:spLocks noGrp="1"/>
          </p:cNvSpPr>
          <p:nvPr>
            <p:ph sz="quarter" idx="10" hasCustomPrompt="1"/>
          </p:nvPr>
        </p:nvSpPr>
        <p:spPr>
          <a:xfrm>
            <a:off x="914399" y="2022250"/>
            <a:ext cx="5181600" cy="3747180"/>
          </a:xfrm>
        </p:spPr>
        <p:txBody>
          <a:bodyPr rtlCol="0">
            <a:normAutofit/>
          </a:bodyPr>
          <a:lstStyle>
            <a:lvl1pPr>
              <a:spcBef>
                <a:spcPts val="0"/>
              </a:spcBef>
              <a:spcAft>
                <a:spcPts val="1200"/>
              </a:spcAft>
              <a:defRPr lang="es-ES" sz="2000" b="0"/>
            </a:lvl1pPr>
            <a:lvl2pPr>
              <a:spcBef>
                <a:spcPts val="0"/>
              </a:spcBef>
              <a:spcAft>
                <a:spcPts val="1200"/>
              </a:spcAft>
              <a:defRPr lang="es-ES" sz="1800" b="0"/>
            </a:lvl2pPr>
            <a:lvl3pPr>
              <a:spcBef>
                <a:spcPts val="0"/>
              </a:spcBef>
              <a:spcAft>
                <a:spcPts val="1200"/>
              </a:spcAft>
              <a:defRPr lang="es-ES" sz="1600" b="0"/>
            </a:lvl3pPr>
            <a:lvl4pPr>
              <a:spcBef>
                <a:spcPts val="0"/>
              </a:spcBef>
              <a:spcAft>
                <a:spcPts val="1200"/>
              </a:spcAft>
              <a:defRPr lang="es-ES" sz="1400" b="0"/>
            </a:lvl4pPr>
            <a:lvl5pPr>
              <a:spcBef>
                <a:spcPts val="0"/>
              </a:spcBef>
              <a:spcAft>
                <a:spcPts val="1200"/>
              </a:spcAft>
              <a:defRPr lang="es-ES" sz="1400" b="0"/>
            </a:lvl5pPr>
          </a:lstStyle>
          <a:p>
            <a:pPr lvl="0" rtl="0"/>
            <a:r>
              <a:rPr lang="es-ES"/>
              <a:t>Haga clic para agregar texto</a:t>
            </a:r>
          </a:p>
          <a:p>
            <a:pPr lvl="1" rtl="0"/>
            <a:r>
              <a:rPr lang="es-ES"/>
              <a:t>Segundo nivel</a:t>
            </a:r>
          </a:p>
          <a:p>
            <a:pPr lvl="2" rtl="0"/>
            <a:r>
              <a:rPr lang="es-ES"/>
              <a:t>Tercer nivel</a:t>
            </a:r>
          </a:p>
          <a:p>
            <a:pPr lvl="3" rtl="0"/>
            <a:r>
              <a:rPr lang="es-ES"/>
              <a:t>Cuarto nivel</a:t>
            </a:r>
          </a:p>
          <a:p>
            <a:pPr lvl="4" rtl="0"/>
            <a:r>
              <a:rPr lang="es-ES"/>
              <a:t>Quinto nivel</a:t>
            </a:r>
          </a:p>
        </p:txBody>
      </p:sp>
      <p:sp>
        <p:nvSpPr>
          <p:cNvPr id="5" name="Marcador de número de diapositiva 5">
            <a:extLst>
              <a:ext uri="{FF2B5EF4-FFF2-40B4-BE49-F238E27FC236}">
                <a16:creationId xmlns:a16="http://schemas.microsoft.com/office/drawing/2014/main" id="{B9B66675-D8A5-0062-EB51-C8069A2C3C2E}"/>
              </a:ext>
            </a:extLst>
          </p:cNvPr>
          <p:cNvSpPr>
            <a:spLocks noGrp="1"/>
          </p:cNvSpPr>
          <p:nvPr>
            <p:ph type="sldNum" sz="quarter" idx="4"/>
          </p:nvPr>
        </p:nvSpPr>
        <p:spPr>
          <a:xfrm>
            <a:off x="914400" y="6246254"/>
            <a:ext cx="631065" cy="296214"/>
          </a:xfrm>
          <a:prstGeom prst="rect">
            <a:avLst/>
          </a:prstGeom>
        </p:spPr>
        <p:txBody>
          <a:bodyPr vert="horz" lIns="91440" tIns="45720" rIns="91440" bIns="45720" rtlCol="0" anchor="ctr"/>
          <a:lstStyle>
            <a:lvl1pPr algn="l">
              <a:defRPr lang="es-ES" sz="1200">
                <a:solidFill>
                  <a:schemeClr val="tx1"/>
                </a:solidFill>
              </a:defRPr>
            </a:lvl1pPr>
          </a:lstStyle>
          <a:p>
            <a:pPr rtl="0"/>
            <a:fld id="{B5CEABB6-07DC-46E8-9B57-56EC44A396E5}" type="slidenum">
              <a:rPr lang="es-ES" smtClean="0"/>
              <a:pPr rtl="0"/>
              <a:t>‹Nº›</a:t>
            </a:fld>
            <a:endParaRPr lang="es-ES" dirty="0"/>
          </a:p>
        </p:txBody>
      </p:sp>
      <p:sp>
        <p:nvSpPr>
          <p:cNvPr id="12" name="Marcador de posición de imagen 11">
            <a:extLst>
              <a:ext uri="{FF2B5EF4-FFF2-40B4-BE49-F238E27FC236}">
                <a16:creationId xmlns:a16="http://schemas.microsoft.com/office/drawing/2014/main" id="{39DD264F-42B5-DBB0-9839-DB4C6827ED76}"/>
              </a:ext>
            </a:extLst>
          </p:cNvPr>
          <p:cNvSpPr>
            <a:spLocks noGrp="1"/>
          </p:cNvSpPr>
          <p:nvPr>
            <p:ph type="pic" sz="quarter" idx="11"/>
          </p:nvPr>
        </p:nvSpPr>
        <p:spPr>
          <a:xfrm>
            <a:off x="6076950" y="0"/>
            <a:ext cx="6115050" cy="6868886"/>
          </a:xfrm>
          <a:custGeom>
            <a:avLst/>
            <a:gdLst>
              <a:gd name="connsiteX0" fmla="*/ 0 w 6115050"/>
              <a:gd name="connsiteY0" fmla="*/ 0 h 6858000"/>
              <a:gd name="connsiteX1" fmla="*/ 6115050 w 6115050"/>
              <a:gd name="connsiteY1" fmla="*/ 0 h 6858000"/>
              <a:gd name="connsiteX2" fmla="*/ 6115050 w 6115050"/>
              <a:gd name="connsiteY2" fmla="*/ 6858000 h 6858000"/>
              <a:gd name="connsiteX3" fmla="*/ 0 w 6115050"/>
              <a:gd name="connsiteY3" fmla="*/ 6858000 h 6858000"/>
              <a:gd name="connsiteX4" fmla="*/ 0 w 6115050"/>
              <a:gd name="connsiteY4" fmla="*/ 0 h 6858000"/>
              <a:gd name="connsiteX0" fmla="*/ 2024742 w 6115050"/>
              <a:gd name="connsiteY0" fmla="*/ 0 h 6858000"/>
              <a:gd name="connsiteX1" fmla="*/ 6115050 w 6115050"/>
              <a:gd name="connsiteY1" fmla="*/ 0 h 6858000"/>
              <a:gd name="connsiteX2" fmla="*/ 6115050 w 6115050"/>
              <a:gd name="connsiteY2" fmla="*/ 6858000 h 6858000"/>
              <a:gd name="connsiteX3" fmla="*/ 0 w 6115050"/>
              <a:gd name="connsiteY3" fmla="*/ 6858000 h 6858000"/>
              <a:gd name="connsiteX4" fmla="*/ 2024742 w 6115050"/>
              <a:gd name="connsiteY4" fmla="*/ 0 h 6858000"/>
              <a:gd name="connsiteX0" fmla="*/ 2024742 w 6115050"/>
              <a:gd name="connsiteY0" fmla="*/ 0 h 6858000"/>
              <a:gd name="connsiteX1" fmla="*/ 6115050 w 6115050"/>
              <a:gd name="connsiteY1" fmla="*/ 0 h 6858000"/>
              <a:gd name="connsiteX2" fmla="*/ 6115050 w 6115050"/>
              <a:gd name="connsiteY2" fmla="*/ 3603171 h 6858000"/>
              <a:gd name="connsiteX3" fmla="*/ 6115050 w 6115050"/>
              <a:gd name="connsiteY3" fmla="*/ 6858000 h 6858000"/>
              <a:gd name="connsiteX4" fmla="*/ 0 w 6115050"/>
              <a:gd name="connsiteY4" fmla="*/ 6858000 h 6858000"/>
              <a:gd name="connsiteX5" fmla="*/ 2024742 w 6115050"/>
              <a:gd name="connsiteY5" fmla="*/ 0 h 6858000"/>
              <a:gd name="connsiteX0" fmla="*/ 2024742 w 6115050"/>
              <a:gd name="connsiteY0" fmla="*/ 0 h 6868886"/>
              <a:gd name="connsiteX1" fmla="*/ 6115050 w 6115050"/>
              <a:gd name="connsiteY1" fmla="*/ 0 h 6868886"/>
              <a:gd name="connsiteX2" fmla="*/ 6115050 w 6115050"/>
              <a:gd name="connsiteY2" fmla="*/ 3603171 h 6868886"/>
              <a:gd name="connsiteX3" fmla="*/ 5157107 w 6115050"/>
              <a:gd name="connsiteY3" fmla="*/ 6868886 h 6868886"/>
              <a:gd name="connsiteX4" fmla="*/ 0 w 6115050"/>
              <a:gd name="connsiteY4" fmla="*/ 6858000 h 6868886"/>
              <a:gd name="connsiteX5" fmla="*/ 2024742 w 6115050"/>
              <a:gd name="connsiteY5" fmla="*/ 0 h 68688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115050" h="6868886">
                <a:moveTo>
                  <a:pt x="2024742" y="0"/>
                </a:moveTo>
                <a:lnTo>
                  <a:pt x="6115050" y="0"/>
                </a:lnTo>
                <a:lnTo>
                  <a:pt x="6115050" y="3603171"/>
                </a:lnTo>
                <a:lnTo>
                  <a:pt x="5157107" y="6868886"/>
                </a:lnTo>
                <a:lnTo>
                  <a:pt x="0" y="6858000"/>
                </a:lnTo>
                <a:lnTo>
                  <a:pt x="2024742" y="0"/>
                </a:lnTo>
                <a:close/>
              </a:path>
            </a:pathLst>
          </a:custGeom>
        </p:spPr>
        <p:txBody>
          <a:bodyPr rtlCol="0">
            <a:normAutofit/>
          </a:bodyPr>
          <a:lstStyle>
            <a:lvl1pPr marL="0" indent="0" algn="r">
              <a:buNone/>
              <a:defRPr lang="es-ES" sz="2000"/>
            </a:lvl1pPr>
          </a:lstStyle>
          <a:p>
            <a:pPr rtl="0"/>
            <a:r>
              <a:rPr lang="es-ES" dirty="0"/>
              <a:t>Haga clic en el icono para agregar una imagen</a:t>
            </a:r>
          </a:p>
        </p:txBody>
      </p:sp>
    </p:spTree>
    <p:extLst>
      <p:ext uri="{BB962C8B-B14F-4D97-AF65-F5344CB8AC3E}">
        <p14:creationId xmlns:p14="http://schemas.microsoft.com/office/powerpoint/2010/main" val="34670084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ido y tabla del título 1">
    <p:spTree>
      <p:nvGrpSpPr>
        <p:cNvPr id="1" name=""/>
        <p:cNvGrpSpPr/>
        <p:nvPr/>
      </p:nvGrpSpPr>
      <p:grpSpPr>
        <a:xfrm>
          <a:off x="0" y="0"/>
          <a:ext cx="0" cy="0"/>
          <a:chOff x="0" y="0"/>
          <a:chExt cx="0" cy="0"/>
        </a:xfrm>
      </p:grpSpPr>
      <p:pic>
        <p:nvPicPr>
          <p:cNvPr id="2" name="Gráfico 1">
            <a:extLst>
              <a:ext uri="{FF2B5EF4-FFF2-40B4-BE49-F238E27FC236}">
                <a16:creationId xmlns:a16="http://schemas.microsoft.com/office/drawing/2014/main" id="{BE5D17C7-3503-7305-8191-20863B738898}"/>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r="55824" b="26760"/>
          <a:stretch/>
        </p:blipFill>
        <p:spPr>
          <a:xfrm>
            <a:off x="9229725" y="1835240"/>
            <a:ext cx="2962275" cy="5022760"/>
          </a:xfrm>
          <a:prstGeom prst="rect">
            <a:avLst/>
          </a:prstGeom>
        </p:spPr>
      </p:pic>
      <p:sp>
        <p:nvSpPr>
          <p:cNvPr id="14" name="Rectángulo 13">
            <a:extLst>
              <a:ext uri="{FF2B5EF4-FFF2-40B4-BE49-F238E27FC236}">
                <a16:creationId xmlns:a16="http://schemas.microsoft.com/office/drawing/2014/main" id="{C76E1AE6-3E01-1CBD-CAEC-11056D00ADE5}"/>
              </a:ext>
              <a:ext uri="{C183D7F6-B498-43B3-948B-1728B52AA6E4}">
                <adec:decorative xmlns:adec="http://schemas.microsoft.com/office/drawing/2017/decorative" val="1"/>
              </a:ext>
            </a:extLst>
          </p:cNvPr>
          <p:cNvSpPr/>
          <p:nvPr userDrawn="1"/>
        </p:nvSpPr>
        <p:spPr>
          <a:xfrm>
            <a:off x="4443413" y="1835240"/>
            <a:ext cx="7000875" cy="427981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s-ES"/>
            </a:defPPr>
          </a:lstStyle>
          <a:p>
            <a:pPr algn="ctr" rtl="0"/>
            <a:endParaRPr lang="es-ES" dirty="0"/>
          </a:p>
        </p:txBody>
      </p:sp>
      <p:pic>
        <p:nvPicPr>
          <p:cNvPr id="9" name="Gráfico 8">
            <a:extLst>
              <a:ext uri="{FF2B5EF4-FFF2-40B4-BE49-F238E27FC236}">
                <a16:creationId xmlns:a16="http://schemas.microsoft.com/office/drawing/2014/main" id="{90E28F03-2149-7C50-779B-6A2D8D789AF5}"/>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60903" r="75060" b="10347"/>
          <a:stretch/>
        </p:blipFill>
        <p:spPr>
          <a:xfrm rot="16200000">
            <a:off x="149650" y="-149653"/>
            <a:ext cx="1672375" cy="1971675"/>
          </a:xfrm>
          <a:prstGeom prst="rect">
            <a:avLst/>
          </a:prstGeom>
        </p:spPr>
      </p:pic>
      <p:sp>
        <p:nvSpPr>
          <p:cNvPr id="10" name="Título 9">
            <a:extLst>
              <a:ext uri="{FF2B5EF4-FFF2-40B4-BE49-F238E27FC236}">
                <a16:creationId xmlns:a16="http://schemas.microsoft.com/office/drawing/2014/main" id="{CA4CAE4E-4252-8471-C50B-1DD5AFBFECCA}"/>
              </a:ext>
            </a:extLst>
          </p:cNvPr>
          <p:cNvSpPr>
            <a:spLocks noGrp="1"/>
          </p:cNvSpPr>
          <p:nvPr>
            <p:ph type="title" hasCustomPrompt="1"/>
          </p:nvPr>
        </p:nvSpPr>
        <p:spPr>
          <a:xfrm>
            <a:off x="914399" y="365125"/>
            <a:ext cx="10363202" cy="1603462"/>
          </a:xfrm>
        </p:spPr>
        <p:txBody>
          <a:bodyPr rtlCol="0">
            <a:normAutofit/>
          </a:bodyPr>
          <a:lstStyle>
            <a:lvl1pPr>
              <a:defRPr lang="es-ES" sz="3200"/>
            </a:lvl1pPr>
          </a:lstStyle>
          <a:p>
            <a:pPr rtl="0"/>
            <a:r>
              <a:rPr lang="es-ES"/>
              <a:t>Haga clic para agregar un título</a:t>
            </a:r>
          </a:p>
        </p:txBody>
      </p:sp>
      <p:sp>
        <p:nvSpPr>
          <p:cNvPr id="11" name="Marcador de contenido 10">
            <a:extLst>
              <a:ext uri="{FF2B5EF4-FFF2-40B4-BE49-F238E27FC236}">
                <a16:creationId xmlns:a16="http://schemas.microsoft.com/office/drawing/2014/main" id="{E493CE42-5465-91AC-A1F4-A4821AE37A9C}"/>
              </a:ext>
            </a:extLst>
          </p:cNvPr>
          <p:cNvSpPr>
            <a:spLocks noGrp="1"/>
          </p:cNvSpPr>
          <p:nvPr>
            <p:ph sz="quarter" idx="10" hasCustomPrompt="1"/>
          </p:nvPr>
        </p:nvSpPr>
        <p:spPr>
          <a:xfrm>
            <a:off x="914399" y="2022250"/>
            <a:ext cx="3299013" cy="3914910"/>
          </a:xfrm>
        </p:spPr>
        <p:txBody>
          <a:bodyPr rtlCol="0">
            <a:normAutofit/>
          </a:bodyPr>
          <a:lstStyle>
            <a:lvl1pPr>
              <a:spcBef>
                <a:spcPts val="0"/>
              </a:spcBef>
              <a:spcAft>
                <a:spcPts val="1200"/>
              </a:spcAft>
              <a:defRPr lang="es-ES" sz="2000" b="0"/>
            </a:lvl1pPr>
            <a:lvl2pPr>
              <a:spcBef>
                <a:spcPts val="0"/>
              </a:spcBef>
              <a:spcAft>
                <a:spcPts val="1200"/>
              </a:spcAft>
              <a:defRPr lang="es-ES" sz="1800" b="0"/>
            </a:lvl2pPr>
            <a:lvl3pPr>
              <a:spcBef>
                <a:spcPts val="0"/>
              </a:spcBef>
              <a:spcAft>
                <a:spcPts val="1200"/>
              </a:spcAft>
              <a:defRPr lang="es-ES" sz="1600" b="0"/>
            </a:lvl3pPr>
            <a:lvl4pPr>
              <a:spcBef>
                <a:spcPts val="0"/>
              </a:spcBef>
              <a:spcAft>
                <a:spcPts val="1200"/>
              </a:spcAft>
              <a:defRPr lang="es-ES" sz="1400" b="0"/>
            </a:lvl4pPr>
            <a:lvl5pPr>
              <a:spcBef>
                <a:spcPts val="0"/>
              </a:spcBef>
              <a:spcAft>
                <a:spcPts val="1200"/>
              </a:spcAft>
              <a:defRPr lang="es-ES" sz="1400" b="0"/>
            </a:lvl5pPr>
          </a:lstStyle>
          <a:p>
            <a:pPr lvl="0" rtl="0"/>
            <a:r>
              <a:rPr lang="es-ES"/>
              <a:t>Haga clic para agregar texto</a:t>
            </a:r>
          </a:p>
          <a:p>
            <a:pPr lvl="1" rtl="0"/>
            <a:r>
              <a:rPr lang="es-ES"/>
              <a:t>Segundo nivel</a:t>
            </a:r>
          </a:p>
          <a:p>
            <a:pPr lvl="2" rtl="0"/>
            <a:r>
              <a:rPr lang="es-ES"/>
              <a:t>Tercer nivel</a:t>
            </a:r>
          </a:p>
          <a:p>
            <a:pPr lvl="3" rtl="0"/>
            <a:r>
              <a:rPr lang="es-ES"/>
              <a:t>Cuarto nivel</a:t>
            </a:r>
          </a:p>
          <a:p>
            <a:pPr lvl="4" rtl="0"/>
            <a:r>
              <a:rPr lang="es-ES"/>
              <a:t>Quinto nivel</a:t>
            </a:r>
          </a:p>
        </p:txBody>
      </p:sp>
      <p:sp>
        <p:nvSpPr>
          <p:cNvPr id="13" name="Marcador de posición de título 12">
            <a:extLst>
              <a:ext uri="{FF2B5EF4-FFF2-40B4-BE49-F238E27FC236}">
                <a16:creationId xmlns:a16="http://schemas.microsoft.com/office/drawing/2014/main" id="{156A00B1-F3E3-B7FF-58F4-61DE3EF07C07}"/>
              </a:ext>
            </a:extLst>
          </p:cNvPr>
          <p:cNvSpPr>
            <a:spLocks noGrp="1"/>
          </p:cNvSpPr>
          <p:nvPr>
            <p:ph type="tbl" sz="quarter" idx="11" hasCustomPrompt="1"/>
          </p:nvPr>
        </p:nvSpPr>
        <p:spPr>
          <a:xfrm>
            <a:off x="4602163" y="2017713"/>
            <a:ext cx="6675437" cy="3932237"/>
          </a:xfrm>
        </p:spPr>
        <p:txBody>
          <a:bodyPr rtlCol="0">
            <a:normAutofit/>
          </a:bodyPr>
          <a:lstStyle>
            <a:lvl1pPr>
              <a:defRPr lang="es-ES" sz="2000"/>
            </a:lvl1pPr>
          </a:lstStyle>
          <a:p>
            <a:pPr rtl="0"/>
            <a:r>
              <a:rPr lang="es-ES" dirty="0"/>
              <a:t>Haga clic en el icono para insertar una tabla</a:t>
            </a:r>
          </a:p>
        </p:txBody>
      </p:sp>
      <p:sp>
        <p:nvSpPr>
          <p:cNvPr id="5" name="Marcador de número de diapositiva 5">
            <a:extLst>
              <a:ext uri="{FF2B5EF4-FFF2-40B4-BE49-F238E27FC236}">
                <a16:creationId xmlns:a16="http://schemas.microsoft.com/office/drawing/2014/main" id="{B9B66675-D8A5-0062-EB51-C8069A2C3C2E}"/>
              </a:ext>
            </a:extLst>
          </p:cNvPr>
          <p:cNvSpPr>
            <a:spLocks noGrp="1"/>
          </p:cNvSpPr>
          <p:nvPr>
            <p:ph type="sldNum" sz="quarter" idx="4"/>
          </p:nvPr>
        </p:nvSpPr>
        <p:spPr>
          <a:xfrm>
            <a:off x="914400" y="6246254"/>
            <a:ext cx="631065" cy="296214"/>
          </a:xfrm>
          <a:prstGeom prst="rect">
            <a:avLst/>
          </a:prstGeom>
        </p:spPr>
        <p:txBody>
          <a:bodyPr vert="horz" lIns="91440" tIns="45720" rIns="91440" bIns="45720" rtlCol="0" anchor="ctr"/>
          <a:lstStyle>
            <a:lvl1pPr algn="l">
              <a:defRPr lang="es-ES" sz="1200">
                <a:solidFill>
                  <a:schemeClr val="tx1"/>
                </a:solidFill>
              </a:defRPr>
            </a:lvl1pPr>
          </a:lstStyle>
          <a:p>
            <a:pPr rtl="0"/>
            <a:fld id="{B5CEABB6-07DC-46E8-9B57-56EC44A396E5}" type="slidenum">
              <a:rPr lang="es-ES" smtClean="0"/>
              <a:pPr rtl="0"/>
              <a:t>‹Nº›</a:t>
            </a:fld>
            <a:endParaRPr lang="es-ES" dirty="0"/>
          </a:p>
        </p:txBody>
      </p:sp>
    </p:spTree>
    <p:extLst>
      <p:ext uri="{BB962C8B-B14F-4D97-AF65-F5344CB8AC3E}">
        <p14:creationId xmlns:p14="http://schemas.microsoft.com/office/powerpoint/2010/main" val="20562149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ítulo y dos contenidos 3">
    <p:bg>
      <p:bgPr>
        <a:solidFill>
          <a:schemeClr val="accent1"/>
        </a:solidFill>
        <a:effectLst/>
      </p:bgPr>
    </p:bg>
    <p:spTree>
      <p:nvGrpSpPr>
        <p:cNvPr id="1" name=""/>
        <p:cNvGrpSpPr/>
        <p:nvPr/>
      </p:nvGrpSpPr>
      <p:grpSpPr>
        <a:xfrm>
          <a:off x="0" y="0"/>
          <a:ext cx="0" cy="0"/>
          <a:chOff x="0" y="0"/>
          <a:chExt cx="0" cy="0"/>
        </a:xfrm>
      </p:grpSpPr>
      <p:pic>
        <p:nvPicPr>
          <p:cNvPr id="8" name="Gráfico 7">
            <a:extLst>
              <a:ext uri="{FF2B5EF4-FFF2-40B4-BE49-F238E27FC236}">
                <a16:creationId xmlns:a16="http://schemas.microsoft.com/office/drawing/2014/main" id="{13A42171-0D82-07BF-4667-498861CC2AFB}"/>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8883" t="34408" r="46636" b="1"/>
          <a:stretch/>
        </p:blipFill>
        <p:spPr>
          <a:xfrm flipH="1" flipV="1">
            <a:off x="10506072" y="3984078"/>
            <a:ext cx="1685928" cy="2873921"/>
          </a:xfrm>
          <a:prstGeom prst="rect">
            <a:avLst/>
          </a:prstGeom>
        </p:spPr>
      </p:pic>
      <p:pic>
        <p:nvPicPr>
          <p:cNvPr id="9" name="Gráfico 8">
            <a:extLst>
              <a:ext uri="{FF2B5EF4-FFF2-40B4-BE49-F238E27FC236}">
                <a16:creationId xmlns:a16="http://schemas.microsoft.com/office/drawing/2014/main" id="{13C71A0D-EE6D-54C4-71DE-04BE28558058}"/>
              </a:ext>
              <a:ext uri="{C183D7F6-B498-43B3-948B-1728B52AA6E4}">
                <adec:decorative xmlns:adec="http://schemas.microsoft.com/office/drawing/2017/decorative" val="1"/>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l="29718" t="47145" r="39389" b="8754"/>
          <a:stretch/>
        </p:blipFill>
        <p:spPr>
          <a:xfrm rot="5400000" flipV="1">
            <a:off x="9781526" y="-311511"/>
            <a:ext cx="2098964" cy="2721985"/>
          </a:xfrm>
          <a:prstGeom prst="rect">
            <a:avLst/>
          </a:prstGeom>
        </p:spPr>
      </p:pic>
      <p:sp>
        <p:nvSpPr>
          <p:cNvPr id="10" name="Título 9">
            <a:extLst>
              <a:ext uri="{FF2B5EF4-FFF2-40B4-BE49-F238E27FC236}">
                <a16:creationId xmlns:a16="http://schemas.microsoft.com/office/drawing/2014/main" id="{3F82FA92-501B-5A05-E15F-2FB9BCEBE312}"/>
              </a:ext>
            </a:extLst>
          </p:cNvPr>
          <p:cNvSpPr>
            <a:spLocks noGrp="1"/>
          </p:cNvSpPr>
          <p:nvPr>
            <p:ph type="title" hasCustomPrompt="1"/>
          </p:nvPr>
        </p:nvSpPr>
        <p:spPr>
          <a:xfrm>
            <a:off x="891990" y="434225"/>
            <a:ext cx="9524998" cy="1499627"/>
          </a:xfrm>
        </p:spPr>
        <p:txBody>
          <a:bodyPr rtlCol="0">
            <a:normAutofit/>
          </a:bodyPr>
          <a:lstStyle>
            <a:lvl1pPr>
              <a:defRPr lang="es-ES" sz="3200"/>
            </a:lvl1pPr>
          </a:lstStyle>
          <a:p>
            <a:pPr rtl="0"/>
            <a:r>
              <a:rPr lang="es-ES"/>
              <a:t>Haga clic para agregar un título</a:t>
            </a:r>
          </a:p>
        </p:txBody>
      </p:sp>
      <p:sp>
        <p:nvSpPr>
          <p:cNvPr id="11" name="Marcador de contenido 10">
            <a:extLst>
              <a:ext uri="{FF2B5EF4-FFF2-40B4-BE49-F238E27FC236}">
                <a16:creationId xmlns:a16="http://schemas.microsoft.com/office/drawing/2014/main" id="{B463EEE0-BE31-122C-586C-8BA8D90371E6}"/>
              </a:ext>
            </a:extLst>
          </p:cNvPr>
          <p:cNvSpPr>
            <a:spLocks noGrp="1"/>
          </p:cNvSpPr>
          <p:nvPr>
            <p:ph sz="quarter" idx="10" hasCustomPrompt="1"/>
          </p:nvPr>
        </p:nvSpPr>
        <p:spPr>
          <a:xfrm>
            <a:off x="914399" y="2022250"/>
            <a:ext cx="6257366" cy="3914910"/>
          </a:xfrm>
        </p:spPr>
        <p:txBody>
          <a:bodyPr rtlCol="0">
            <a:normAutofit/>
          </a:bodyPr>
          <a:lstStyle>
            <a:lvl1pPr marL="0" indent="0">
              <a:spcBef>
                <a:spcPts val="0"/>
              </a:spcBef>
              <a:spcAft>
                <a:spcPts val="1200"/>
              </a:spcAft>
              <a:buNone/>
              <a:defRPr lang="es-ES" sz="2000" b="0"/>
            </a:lvl1pPr>
            <a:lvl2pPr marL="228600">
              <a:spcBef>
                <a:spcPts val="0"/>
              </a:spcBef>
              <a:spcAft>
                <a:spcPts val="1200"/>
              </a:spcAft>
              <a:defRPr lang="es-ES" sz="2000" b="0"/>
            </a:lvl2pPr>
            <a:lvl3pPr marL="685800">
              <a:spcBef>
                <a:spcPts val="0"/>
              </a:spcBef>
              <a:spcAft>
                <a:spcPts val="1200"/>
              </a:spcAft>
              <a:defRPr lang="es-ES" sz="1800" b="0"/>
            </a:lvl3pPr>
            <a:lvl4pPr marL="914400">
              <a:spcBef>
                <a:spcPts val="0"/>
              </a:spcBef>
              <a:spcAft>
                <a:spcPts val="1200"/>
              </a:spcAft>
              <a:defRPr lang="es-ES" sz="1600" b="0"/>
            </a:lvl4pPr>
            <a:lvl5pPr marL="1143000">
              <a:spcBef>
                <a:spcPts val="0"/>
              </a:spcBef>
              <a:spcAft>
                <a:spcPts val="1200"/>
              </a:spcAft>
              <a:defRPr lang="es-ES" sz="1600" b="0"/>
            </a:lvl5pPr>
          </a:lstStyle>
          <a:p>
            <a:pPr lvl="0" rtl="0"/>
            <a:r>
              <a:rPr lang="es-ES"/>
              <a:t>Haga clic para agregar texto</a:t>
            </a:r>
          </a:p>
          <a:p>
            <a:pPr lvl="1" rtl="0"/>
            <a:r>
              <a:rPr lang="es-ES"/>
              <a:t>Segundo nivel</a:t>
            </a:r>
          </a:p>
          <a:p>
            <a:pPr lvl="2" rtl="0"/>
            <a:r>
              <a:rPr lang="es-ES"/>
              <a:t>Tercer nivel</a:t>
            </a:r>
          </a:p>
          <a:p>
            <a:pPr lvl="3" rtl="0"/>
            <a:r>
              <a:rPr lang="es-ES"/>
              <a:t>Cuarto nivel</a:t>
            </a:r>
          </a:p>
          <a:p>
            <a:pPr lvl="4" rtl="0"/>
            <a:r>
              <a:rPr lang="es-ES"/>
              <a:t>Quinto nivel</a:t>
            </a:r>
          </a:p>
        </p:txBody>
      </p:sp>
      <p:sp>
        <p:nvSpPr>
          <p:cNvPr id="12" name="Marcador de contenido 10">
            <a:extLst>
              <a:ext uri="{FF2B5EF4-FFF2-40B4-BE49-F238E27FC236}">
                <a16:creationId xmlns:a16="http://schemas.microsoft.com/office/drawing/2014/main" id="{52C157D5-2C68-BA6A-033B-A4CC016CA68F}"/>
              </a:ext>
            </a:extLst>
          </p:cNvPr>
          <p:cNvSpPr>
            <a:spLocks noGrp="1"/>
          </p:cNvSpPr>
          <p:nvPr>
            <p:ph sz="quarter" idx="11" hasCustomPrompt="1"/>
          </p:nvPr>
        </p:nvSpPr>
        <p:spPr>
          <a:xfrm>
            <a:off x="7967475" y="2018119"/>
            <a:ext cx="2449514" cy="3931919"/>
          </a:xfrm>
        </p:spPr>
        <p:txBody>
          <a:bodyPr rtlCol="0">
            <a:normAutofit/>
          </a:bodyPr>
          <a:lstStyle>
            <a:lvl1pPr>
              <a:spcBef>
                <a:spcPts val="0"/>
              </a:spcBef>
              <a:spcAft>
                <a:spcPts val="1200"/>
              </a:spcAft>
              <a:defRPr lang="es-ES" sz="2000" b="1"/>
            </a:lvl1pPr>
            <a:lvl2pPr marL="411480">
              <a:spcBef>
                <a:spcPts val="0"/>
              </a:spcBef>
              <a:spcAft>
                <a:spcPts val="1200"/>
              </a:spcAft>
              <a:defRPr lang="es-ES" sz="1800" b="1"/>
            </a:lvl2pPr>
            <a:lvl3pPr marL="502920">
              <a:spcBef>
                <a:spcPts val="0"/>
              </a:spcBef>
              <a:spcAft>
                <a:spcPts val="1200"/>
              </a:spcAft>
              <a:defRPr lang="es-ES" sz="1600" b="1"/>
            </a:lvl3pPr>
            <a:lvl4pPr marL="594360">
              <a:spcBef>
                <a:spcPts val="0"/>
              </a:spcBef>
              <a:spcAft>
                <a:spcPts val="1200"/>
              </a:spcAft>
              <a:defRPr lang="es-ES" sz="1400" b="1"/>
            </a:lvl4pPr>
            <a:lvl5pPr marL="685800">
              <a:spcBef>
                <a:spcPts val="0"/>
              </a:spcBef>
              <a:spcAft>
                <a:spcPts val="1200"/>
              </a:spcAft>
              <a:defRPr lang="es-ES" sz="1400" b="1"/>
            </a:lvl5pPr>
          </a:lstStyle>
          <a:p>
            <a:pPr lvl="0" rtl="0"/>
            <a:r>
              <a:rPr lang="es-ES"/>
              <a:t>Haga clic para agregar texto</a:t>
            </a:r>
          </a:p>
          <a:p>
            <a:pPr lvl="1" rtl="0"/>
            <a:r>
              <a:rPr lang="es-ES"/>
              <a:t>Segundo nivel</a:t>
            </a:r>
          </a:p>
          <a:p>
            <a:pPr lvl="2" rtl="0"/>
            <a:r>
              <a:rPr lang="es-ES"/>
              <a:t>Tercer nivel</a:t>
            </a:r>
          </a:p>
          <a:p>
            <a:pPr lvl="3" rtl="0"/>
            <a:r>
              <a:rPr lang="es-ES"/>
              <a:t>Cuarto nivel</a:t>
            </a:r>
          </a:p>
          <a:p>
            <a:pPr lvl="4" rtl="0"/>
            <a:r>
              <a:rPr lang="es-ES"/>
              <a:t>Quinto nivel</a:t>
            </a:r>
          </a:p>
        </p:txBody>
      </p:sp>
      <p:sp>
        <p:nvSpPr>
          <p:cNvPr id="5" name="Marcador de número de diapositiva 5">
            <a:extLst>
              <a:ext uri="{FF2B5EF4-FFF2-40B4-BE49-F238E27FC236}">
                <a16:creationId xmlns:a16="http://schemas.microsoft.com/office/drawing/2014/main" id="{B9B66675-D8A5-0062-EB51-C8069A2C3C2E}"/>
              </a:ext>
            </a:extLst>
          </p:cNvPr>
          <p:cNvSpPr>
            <a:spLocks noGrp="1"/>
          </p:cNvSpPr>
          <p:nvPr>
            <p:ph type="sldNum" sz="quarter" idx="4"/>
          </p:nvPr>
        </p:nvSpPr>
        <p:spPr>
          <a:xfrm>
            <a:off x="914400" y="6246254"/>
            <a:ext cx="631065" cy="296214"/>
          </a:xfrm>
          <a:prstGeom prst="rect">
            <a:avLst/>
          </a:prstGeom>
        </p:spPr>
        <p:txBody>
          <a:bodyPr vert="horz" lIns="91440" tIns="45720" rIns="91440" bIns="45720" rtlCol="0" anchor="ctr"/>
          <a:lstStyle>
            <a:lvl1pPr algn="l">
              <a:defRPr lang="es-ES" sz="1200">
                <a:solidFill>
                  <a:schemeClr val="tx1"/>
                </a:solidFill>
              </a:defRPr>
            </a:lvl1pPr>
          </a:lstStyle>
          <a:p>
            <a:pPr rtl="0"/>
            <a:fld id="{B5CEABB6-07DC-46E8-9B57-56EC44A396E5}" type="slidenum">
              <a:rPr lang="es-ES" smtClean="0"/>
              <a:pPr rtl="0"/>
              <a:t>‹Nº›</a:t>
            </a:fld>
            <a:endParaRPr lang="es-ES" dirty="0"/>
          </a:p>
        </p:txBody>
      </p:sp>
    </p:spTree>
    <p:extLst>
      <p:ext uri="{BB962C8B-B14F-4D97-AF65-F5344CB8AC3E}">
        <p14:creationId xmlns:p14="http://schemas.microsoft.com/office/powerpoint/2010/main" val="11198423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Mesa">
    <p:spTree>
      <p:nvGrpSpPr>
        <p:cNvPr id="1" name=""/>
        <p:cNvGrpSpPr/>
        <p:nvPr/>
      </p:nvGrpSpPr>
      <p:grpSpPr>
        <a:xfrm>
          <a:off x="0" y="0"/>
          <a:ext cx="0" cy="0"/>
          <a:chOff x="0" y="0"/>
          <a:chExt cx="0" cy="0"/>
        </a:xfrm>
      </p:grpSpPr>
      <p:pic>
        <p:nvPicPr>
          <p:cNvPr id="3" name="Gráfico 2">
            <a:extLst>
              <a:ext uri="{FF2B5EF4-FFF2-40B4-BE49-F238E27FC236}">
                <a16:creationId xmlns:a16="http://schemas.microsoft.com/office/drawing/2014/main" id="{15CC9A46-E0E7-B31D-3E27-6F4303A45A96}"/>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8883" t="18052" r="46636"/>
          <a:stretch/>
        </p:blipFill>
        <p:spPr>
          <a:xfrm rot="16200000" flipH="1" flipV="1">
            <a:off x="9553763" y="-952310"/>
            <a:ext cx="1685928" cy="3590547"/>
          </a:xfrm>
          <a:prstGeom prst="rect">
            <a:avLst/>
          </a:prstGeom>
        </p:spPr>
      </p:pic>
      <p:sp>
        <p:nvSpPr>
          <p:cNvPr id="7" name="Título 6">
            <a:extLst>
              <a:ext uri="{FF2B5EF4-FFF2-40B4-BE49-F238E27FC236}">
                <a16:creationId xmlns:a16="http://schemas.microsoft.com/office/drawing/2014/main" id="{767669DC-4C7F-9B50-FCC0-F2AF5B2A9509}"/>
              </a:ext>
            </a:extLst>
          </p:cNvPr>
          <p:cNvSpPr>
            <a:spLocks noGrp="1"/>
          </p:cNvSpPr>
          <p:nvPr>
            <p:ph type="title" hasCustomPrompt="1"/>
          </p:nvPr>
        </p:nvSpPr>
        <p:spPr>
          <a:xfrm>
            <a:off x="923545" y="584477"/>
            <a:ext cx="10354052" cy="1209765"/>
          </a:xfrm>
        </p:spPr>
        <p:txBody>
          <a:bodyPr rtlCol="0">
            <a:normAutofit/>
          </a:bodyPr>
          <a:lstStyle>
            <a:lvl1pPr>
              <a:defRPr lang="es-ES" sz="3200"/>
            </a:lvl1pPr>
          </a:lstStyle>
          <a:p>
            <a:pPr rtl="0"/>
            <a:r>
              <a:rPr lang="es-ES"/>
              <a:t>Haga clic para agregar un título</a:t>
            </a:r>
          </a:p>
        </p:txBody>
      </p:sp>
      <p:sp>
        <p:nvSpPr>
          <p:cNvPr id="9" name="Marcador de posición de tabla 8">
            <a:extLst>
              <a:ext uri="{FF2B5EF4-FFF2-40B4-BE49-F238E27FC236}">
                <a16:creationId xmlns:a16="http://schemas.microsoft.com/office/drawing/2014/main" id="{BEF581C2-7562-2E21-E6DD-20AEFC43AABC}"/>
              </a:ext>
            </a:extLst>
          </p:cNvPr>
          <p:cNvSpPr>
            <a:spLocks noGrp="1"/>
          </p:cNvSpPr>
          <p:nvPr>
            <p:ph type="tbl" sz="quarter" idx="10"/>
          </p:nvPr>
        </p:nvSpPr>
        <p:spPr>
          <a:xfrm>
            <a:off x="923545" y="2009775"/>
            <a:ext cx="10354052" cy="3931920"/>
          </a:xfrm>
        </p:spPr>
        <p:txBody>
          <a:bodyPr rtlCol="0">
            <a:normAutofit/>
          </a:bodyPr>
          <a:lstStyle>
            <a:lvl1pPr>
              <a:defRPr lang="es-ES" sz="2400"/>
            </a:lvl1pPr>
          </a:lstStyle>
          <a:p>
            <a:pPr rtl="0"/>
            <a:r>
              <a:rPr lang="es-ES" dirty="0"/>
              <a:t>Haga clic en el icono para agregar una tabla</a:t>
            </a:r>
          </a:p>
        </p:txBody>
      </p:sp>
      <p:sp>
        <p:nvSpPr>
          <p:cNvPr id="5" name="Marcador de número de diapositiva 5">
            <a:extLst>
              <a:ext uri="{FF2B5EF4-FFF2-40B4-BE49-F238E27FC236}">
                <a16:creationId xmlns:a16="http://schemas.microsoft.com/office/drawing/2014/main" id="{B9B66675-D8A5-0062-EB51-C8069A2C3C2E}"/>
              </a:ext>
            </a:extLst>
          </p:cNvPr>
          <p:cNvSpPr>
            <a:spLocks noGrp="1"/>
          </p:cNvSpPr>
          <p:nvPr>
            <p:ph type="sldNum" sz="quarter" idx="4"/>
          </p:nvPr>
        </p:nvSpPr>
        <p:spPr>
          <a:xfrm>
            <a:off x="914400" y="6246254"/>
            <a:ext cx="631065" cy="296214"/>
          </a:xfrm>
          <a:prstGeom prst="rect">
            <a:avLst/>
          </a:prstGeom>
        </p:spPr>
        <p:txBody>
          <a:bodyPr vert="horz" lIns="91440" tIns="45720" rIns="91440" bIns="45720" rtlCol="0" anchor="ctr"/>
          <a:lstStyle>
            <a:lvl1pPr algn="l">
              <a:defRPr lang="es-ES" sz="1200">
                <a:solidFill>
                  <a:schemeClr val="tx1"/>
                </a:solidFill>
              </a:defRPr>
            </a:lvl1pPr>
          </a:lstStyle>
          <a:p>
            <a:pPr rtl="0"/>
            <a:fld id="{B5CEABB6-07DC-46E8-9B57-56EC44A396E5}" type="slidenum">
              <a:rPr lang="es-ES" smtClean="0"/>
              <a:pPr rtl="0"/>
              <a:t>‹Nº›</a:t>
            </a:fld>
            <a:endParaRPr lang="es-ES" dirty="0"/>
          </a:p>
        </p:txBody>
      </p:sp>
    </p:spTree>
    <p:extLst>
      <p:ext uri="{BB962C8B-B14F-4D97-AF65-F5344CB8AC3E}">
        <p14:creationId xmlns:p14="http://schemas.microsoft.com/office/powerpoint/2010/main" val="21638426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ierre 2">
    <p:bg>
      <p:bgPr>
        <a:solidFill>
          <a:schemeClr val="tx1"/>
        </a:solidFill>
        <a:effectLst/>
      </p:bgPr>
    </p:bg>
    <p:spTree>
      <p:nvGrpSpPr>
        <p:cNvPr id="1" name=""/>
        <p:cNvGrpSpPr/>
        <p:nvPr/>
      </p:nvGrpSpPr>
      <p:grpSpPr>
        <a:xfrm>
          <a:off x="0" y="0"/>
          <a:ext cx="0" cy="0"/>
          <a:chOff x="0" y="0"/>
          <a:chExt cx="0" cy="0"/>
        </a:xfrm>
      </p:grpSpPr>
      <p:sp>
        <p:nvSpPr>
          <p:cNvPr id="7" name="Título 6">
            <a:extLst>
              <a:ext uri="{FF2B5EF4-FFF2-40B4-BE49-F238E27FC236}">
                <a16:creationId xmlns:a16="http://schemas.microsoft.com/office/drawing/2014/main" id="{E3A3E8B6-2BD8-19E0-7F51-7A25EF836F8C}"/>
              </a:ext>
            </a:extLst>
          </p:cNvPr>
          <p:cNvSpPr>
            <a:spLocks noGrp="1"/>
          </p:cNvSpPr>
          <p:nvPr>
            <p:ph type="title" hasCustomPrompt="1"/>
          </p:nvPr>
        </p:nvSpPr>
        <p:spPr>
          <a:xfrm>
            <a:off x="6091515" y="374090"/>
            <a:ext cx="5057104" cy="3624984"/>
          </a:xfrm>
        </p:spPr>
        <p:txBody>
          <a:bodyPr rtlCol="0" anchor="b">
            <a:normAutofit/>
          </a:bodyPr>
          <a:lstStyle>
            <a:lvl1pPr>
              <a:defRPr lang="es-ES" sz="4800">
                <a:solidFill>
                  <a:schemeClr val="bg1"/>
                </a:solidFill>
              </a:defRPr>
            </a:lvl1pPr>
          </a:lstStyle>
          <a:p>
            <a:pPr rtl="0"/>
            <a:r>
              <a:rPr lang="es-ES"/>
              <a:t>Haga clic para agregar un título</a:t>
            </a:r>
          </a:p>
        </p:txBody>
      </p:sp>
      <p:sp>
        <p:nvSpPr>
          <p:cNvPr id="8" name="Marcador de contenido 2">
            <a:extLst>
              <a:ext uri="{FF2B5EF4-FFF2-40B4-BE49-F238E27FC236}">
                <a16:creationId xmlns:a16="http://schemas.microsoft.com/office/drawing/2014/main" id="{B1F96043-F6A4-F581-7DB8-96138F0E4011}"/>
              </a:ext>
            </a:extLst>
          </p:cNvPr>
          <p:cNvSpPr>
            <a:spLocks noGrp="1"/>
          </p:cNvSpPr>
          <p:nvPr>
            <p:ph idx="1" hasCustomPrompt="1"/>
          </p:nvPr>
        </p:nvSpPr>
        <p:spPr>
          <a:xfrm>
            <a:off x="6091514" y="4172989"/>
            <a:ext cx="5057103" cy="2519363"/>
          </a:xfrm>
        </p:spPr>
        <p:txBody>
          <a:bodyPr rtlCol="0">
            <a:normAutofit/>
          </a:bodyPr>
          <a:lstStyle>
            <a:lvl1pPr marL="0" indent="0">
              <a:lnSpc>
                <a:spcPct val="90000"/>
              </a:lnSpc>
              <a:spcBef>
                <a:spcPts val="0"/>
              </a:spcBef>
              <a:spcAft>
                <a:spcPts val="0"/>
              </a:spcAft>
              <a:buNone/>
              <a:defRPr lang="es-ES" sz="2000" baseline="0">
                <a:solidFill>
                  <a:schemeClr val="bg1"/>
                </a:solidFill>
              </a:defRPr>
            </a:lvl1pPr>
            <a:lvl2pPr marL="742950" indent="-285750">
              <a:lnSpc>
                <a:spcPct val="90000"/>
              </a:lnSpc>
              <a:spcBef>
                <a:spcPts val="0"/>
              </a:spcBef>
              <a:spcAft>
                <a:spcPts val="0"/>
              </a:spcAft>
              <a:buFont typeface="Arial" panose="020B0604020202020204" pitchFamily="34" charset="0"/>
              <a:buChar char="•"/>
              <a:defRPr lang="es-ES" sz="1800" baseline="0">
                <a:solidFill>
                  <a:schemeClr val="bg1"/>
                </a:solidFill>
              </a:defRPr>
            </a:lvl2pPr>
            <a:lvl3pPr marL="1200150" indent="-285750">
              <a:lnSpc>
                <a:spcPct val="90000"/>
              </a:lnSpc>
              <a:spcBef>
                <a:spcPts val="0"/>
              </a:spcBef>
              <a:spcAft>
                <a:spcPts val="0"/>
              </a:spcAft>
              <a:buFont typeface="Arial" panose="020B0604020202020204" pitchFamily="34" charset="0"/>
              <a:buChar char="•"/>
              <a:defRPr lang="es-ES" sz="1600" baseline="0">
                <a:solidFill>
                  <a:schemeClr val="bg1"/>
                </a:solidFill>
              </a:defRPr>
            </a:lvl3pPr>
            <a:lvl4pPr marL="1657350" indent="-285750">
              <a:lnSpc>
                <a:spcPct val="90000"/>
              </a:lnSpc>
              <a:spcBef>
                <a:spcPts val="0"/>
              </a:spcBef>
              <a:spcAft>
                <a:spcPts val="0"/>
              </a:spcAft>
              <a:buFont typeface="Arial" panose="020B0604020202020204" pitchFamily="34" charset="0"/>
              <a:buChar char="•"/>
              <a:defRPr lang="es-ES" sz="1400" baseline="0">
                <a:solidFill>
                  <a:schemeClr val="bg1"/>
                </a:solidFill>
              </a:defRPr>
            </a:lvl4pPr>
            <a:lvl5pPr marL="2000250" indent="-171450">
              <a:lnSpc>
                <a:spcPct val="90000"/>
              </a:lnSpc>
              <a:spcBef>
                <a:spcPts val="0"/>
              </a:spcBef>
              <a:spcAft>
                <a:spcPts val="0"/>
              </a:spcAft>
              <a:buFont typeface="Arial" panose="020B0604020202020204" pitchFamily="34" charset="0"/>
              <a:buChar char="•"/>
              <a:defRPr lang="es-ES" sz="1200" baseline="0">
                <a:solidFill>
                  <a:schemeClr val="bg1"/>
                </a:solidFill>
              </a:defRPr>
            </a:lvl5pPr>
          </a:lstStyle>
          <a:p>
            <a:pPr lvl="0" rtl="0"/>
            <a:r>
              <a:rPr lang="es-ES"/>
              <a:t>Haga clic para agregar contenido</a:t>
            </a:r>
          </a:p>
          <a:p>
            <a:pPr lvl="1" rtl="0"/>
            <a:r>
              <a:rPr lang="es-ES"/>
              <a:t>Segundo nivel</a:t>
            </a:r>
          </a:p>
          <a:p>
            <a:pPr lvl="2" rtl="0"/>
            <a:r>
              <a:rPr lang="es-ES"/>
              <a:t>Tercer nivel</a:t>
            </a:r>
          </a:p>
          <a:p>
            <a:pPr lvl="3" rtl="0"/>
            <a:r>
              <a:rPr lang="es-ES"/>
              <a:t>Cuarto nivel</a:t>
            </a:r>
          </a:p>
          <a:p>
            <a:pPr lvl="4" rtl="0"/>
            <a:r>
              <a:rPr lang="es-ES"/>
              <a:t>Quinto nivel</a:t>
            </a:r>
          </a:p>
        </p:txBody>
      </p:sp>
      <p:pic>
        <p:nvPicPr>
          <p:cNvPr id="2" name="Gráfico 1">
            <a:extLst>
              <a:ext uri="{FF2B5EF4-FFF2-40B4-BE49-F238E27FC236}">
                <a16:creationId xmlns:a16="http://schemas.microsoft.com/office/drawing/2014/main" id="{C805DE67-EFB0-F6F3-6C08-2FE90284C31C}"/>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4151" r="18577"/>
          <a:stretch/>
        </p:blipFill>
        <p:spPr>
          <a:xfrm flipH="1">
            <a:off x="0" y="0"/>
            <a:ext cx="5181600" cy="6858000"/>
          </a:xfrm>
          <a:prstGeom prst="rect">
            <a:avLst/>
          </a:prstGeom>
        </p:spPr>
      </p:pic>
    </p:spTree>
    <p:extLst>
      <p:ext uri="{BB962C8B-B14F-4D97-AF65-F5344CB8AC3E}">
        <p14:creationId xmlns:p14="http://schemas.microsoft.com/office/powerpoint/2010/main" val="24703470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8F4C17E5-24ED-44BC-BA50-02EF903552E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defPPr>
              <a:defRPr lang="es-ES"/>
            </a:defPPr>
          </a:lstStyle>
          <a:p>
            <a:pPr rtl="0"/>
            <a:r>
              <a:rPr lang="es-ES"/>
              <a:t>Haga clic para modificar el estilo de título del patrón</a:t>
            </a:r>
          </a:p>
        </p:txBody>
      </p:sp>
      <p:sp>
        <p:nvSpPr>
          <p:cNvPr id="3" name="Marcador de texto 2">
            <a:extLst>
              <a:ext uri="{FF2B5EF4-FFF2-40B4-BE49-F238E27FC236}">
                <a16:creationId xmlns:a16="http://schemas.microsoft.com/office/drawing/2014/main" id="{4833D101-3AF0-4F06-90ED-B83615C36C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defPPr>
              <a:defRPr lang="es-ES"/>
            </a:defPPr>
          </a:lstStyle>
          <a:p>
            <a:pPr lvl="0" rtl="0"/>
            <a:r>
              <a:rPr lang="es-ES"/>
              <a:t>Haga clic para modificar los estilos de texto del patrón</a:t>
            </a:r>
          </a:p>
          <a:p>
            <a:pPr lvl="1" rtl="0"/>
            <a:r>
              <a:rPr lang="es-ES"/>
              <a:t>Segundo nivel</a:t>
            </a:r>
          </a:p>
          <a:p>
            <a:pPr lvl="2" rtl="0"/>
            <a:r>
              <a:rPr lang="es-ES"/>
              <a:t>Tercer nivel</a:t>
            </a:r>
          </a:p>
          <a:p>
            <a:pPr lvl="3" rtl="0"/>
            <a:r>
              <a:rPr lang="es-ES"/>
              <a:t>Cuarto nivel</a:t>
            </a:r>
          </a:p>
          <a:p>
            <a:pPr lvl="4" rtl="0"/>
            <a:r>
              <a:rPr lang="es-ES"/>
              <a:t>Quinto nivel</a:t>
            </a:r>
          </a:p>
        </p:txBody>
      </p:sp>
      <p:sp>
        <p:nvSpPr>
          <p:cNvPr id="4" name="Marcador de fecha 3">
            <a:extLst>
              <a:ext uri="{FF2B5EF4-FFF2-40B4-BE49-F238E27FC236}">
                <a16:creationId xmlns:a16="http://schemas.microsoft.com/office/drawing/2014/main" id="{C2AE9FDE-AF95-49F8-A927-35A23C9E65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lang="es-ES" sz="900">
                <a:solidFill>
                  <a:schemeClr val="tx1">
                    <a:tint val="75000"/>
                  </a:schemeClr>
                </a:solidFill>
              </a:defRPr>
            </a:lvl1pPr>
          </a:lstStyle>
          <a:p>
            <a:pPr rtl="0"/>
            <a:fld id="{CBD3CAEF-977C-4ED6-A930-5866DE47B87E}" type="datetime7">
              <a:rPr lang="es-MX" smtClean="0"/>
              <a:t>jul.-25</a:t>
            </a:fld>
            <a:endParaRPr lang="es-ES" dirty="0"/>
          </a:p>
        </p:txBody>
      </p:sp>
      <p:sp>
        <p:nvSpPr>
          <p:cNvPr id="5" name="Marcador de pie de página 4">
            <a:extLst>
              <a:ext uri="{FF2B5EF4-FFF2-40B4-BE49-F238E27FC236}">
                <a16:creationId xmlns:a16="http://schemas.microsoft.com/office/drawing/2014/main" id="{CC2E900D-8FF9-4E80-860D-89C2D3B4E4E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lang="es-ES" sz="900">
                <a:solidFill>
                  <a:schemeClr val="tx1">
                    <a:tint val="75000"/>
                  </a:schemeClr>
                </a:solidFill>
              </a:defRPr>
            </a:lvl1pPr>
          </a:lstStyle>
          <a:p>
            <a:pPr rtl="0"/>
            <a:r>
              <a:rPr lang="es-ES" dirty="0"/>
              <a:t>Programación de MG400</a:t>
            </a:r>
          </a:p>
        </p:txBody>
      </p:sp>
      <p:sp>
        <p:nvSpPr>
          <p:cNvPr id="6" name="Marcador de número de diapositiva 5">
            <a:extLst>
              <a:ext uri="{FF2B5EF4-FFF2-40B4-BE49-F238E27FC236}">
                <a16:creationId xmlns:a16="http://schemas.microsoft.com/office/drawing/2014/main" id="{F1A66A0C-1415-46A3-A1FF-BE18C70873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lang="es-ES" sz="900">
                <a:solidFill>
                  <a:schemeClr val="tx1">
                    <a:tint val="75000"/>
                  </a:schemeClr>
                </a:solidFill>
              </a:defRPr>
            </a:lvl1pPr>
          </a:lstStyle>
          <a:p>
            <a:pPr rtl="0"/>
            <a:fld id="{B5CEABB6-07DC-46E8-9B57-56EC44A396E5}" type="slidenum">
              <a:rPr lang="es-ES" smtClean="0"/>
              <a:pPr rtl="0"/>
              <a:t>‹Nº›</a:t>
            </a:fld>
            <a:endParaRPr lang="es-ES" dirty="0"/>
          </a:p>
        </p:txBody>
      </p:sp>
    </p:spTree>
    <p:extLst>
      <p:ext uri="{BB962C8B-B14F-4D97-AF65-F5344CB8AC3E}">
        <p14:creationId xmlns:p14="http://schemas.microsoft.com/office/powerpoint/2010/main" val="1928452137"/>
      </p:ext>
    </p:extLst>
  </p:cSld>
  <p:clrMap bg1="lt1" tx1="dk1" bg2="lt2" tx2="dk2" accent1="accent1" accent2="accent2" accent3="accent3" accent4="accent4" accent5="accent5" accent6="accent6" hlink="hlink" folHlink="folHlink"/>
  <p:sldLayoutIdLst>
    <p:sldLayoutId id="2147483707" r:id="rId1"/>
    <p:sldLayoutId id="2147483708" r:id="rId2"/>
    <p:sldLayoutId id="2147483709" r:id="rId3"/>
    <p:sldLayoutId id="2147483710" r:id="rId4"/>
    <p:sldLayoutId id="2147483711" r:id="rId5"/>
    <p:sldLayoutId id="2147483712" r:id="rId6"/>
    <p:sldLayoutId id="2147483713" r:id="rId7"/>
    <p:sldLayoutId id="2147483714" r:id="rId8"/>
    <p:sldLayoutId id="2147483715" r:id="rId9"/>
    <p:sldLayoutId id="2147483716" r:id="rId10"/>
    <p:sldLayoutId id="2147483717" r:id="rId11"/>
    <p:sldLayoutId id="2147483718" r:id="rId12"/>
    <p:sldLayoutId id="2147483706" r:id="rId13"/>
  </p:sldLayoutIdLst>
  <p:hf hdr="0"/>
  <p:txStyles>
    <p:titleStyle>
      <a:lvl1pPr algn="l" defTabSz="914400" rtl="0" eaLnBrk="1" latinLnBrk="0" hangingPunct="1">
        <a:lnSpc>
          <a:spcPct val="90000"/>
        </a:lnSpc>
        <a:spcBef>
          <a:spcPct val="0"/>
        </a:spcBef>
        <a:buNone/>
        <a:defRPr lang="es-ES" sz="44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lang="es-ES"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lang="es-ES"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lang="es-ES"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lang="es-ES"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lang="es-ES"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lang="es-E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es-E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es-E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lang="es-ES" sz="1800" kern="1200">
          <a:solidFill>
            <a:schemeClr val="tx1"/>
          </a:solidFill>
          <a:latin typeface="+mn-lt"/>
          <a:ea typeface="+mn-ea"/>
          <a:cs typeface="+mn-cs"/>
        </a:defRPr>
      </a:lvl9pPr>
    </p:bodyStyle>
    <p:otherStyle>
      <a:defPPr>
        <a:defRPr lang="es-ES"/>
      </a:defPPr>
      <a:lvl1pPr marL="0" algn="l" defTabSz="914400" rtl="0" eaLnBrk="1" latinLnBrk="0" hangingPunct="1">
        <a:defRPr lang="es-ES" sz="1800" kern="1200">
          <a:solidFill>
            <a:schemeClr val="tx1"/>
          </a:solidFill>
          <a:latin typeface="+mn-lt"/>
          <a:ea typeface="+mn-ea"/>
          <a:cs typeface="+mn-cs"/>
        </a:defRPr>
      </a:lvl1pPr>
      <a:lvl2pPr marL="457200" algn="l" defTabSz="914400" rtl="0" eaLnBrk="1" latinLnBrk="0" hangingPunct="1">
        <a:defRPr lang="es-ES" sz="1800" kern="1200">
          <a:solidFill>
            <a:schemeClr val="tx1"/>
          </a:solidFill>
          <a:latin typeface="+mn-lt"/>
          <a:ea typeface="+mn-ea"/>
          <a:cs typeface="+mn-cs"/>
        </a:defRPr>
      </a:lvl2pPr>
      <a:lvl3pPr marL="914400" algn="l" defTabSz="914400" rtl="0" eaLnBrk="1" latinLnBrk="0" hangingPunct="1">
        <a:defRPr lang="es-ES" sz="1800" kern="1200">
          <a:solidFill>
            <a:schemeClr val="tx1"/>
          </a:solidFill>
          <a:latin typeface="+mn-lt"/>
          <a:ea typeface="+mn-ea"/>
          <a:cs typeface="+mn-cs"/>
        </a:defRPr>
      </a:lvl3pPr>
      <a:lvl4pPr marL="1371600" algn="l" defTabSz="914400" rtl="0" eaLnBrk="1" latinLnBrk="0" hangingPunct="1">
        <a:defRPr lang="es-ES" sz="1800" kern="1200">
          <a:solidFill>
            <a:schemeClr val="tx1"/>
          </a:solidFill>
          <a:latin typeface="+mn-lt"/>
          <a:ea typeface="+mn-ea"/>
          <a:cs typeface="+mn-cs"/>
        </a:defRPr>
      </a:lvl4pPr>
      <a:lvl5pPr marL="1828800" algn="l" defTabSz="914400" rtl="0" eaLnBrk="1" latinLnBrk="0" hangingPunct="1">
        <a:defRPr lang="es-ES" sz="1800" kern="1200">
          <a:solidFill>
            <a:schemeClr val="tx1"/>
          </a:solidFill>
          <a:latin typeface="+mn-lt"/>
          <a:ea typeface="+mn-ea"/>
          <a:cs typeface="+mn-cs"/>
        </a:defRPr>
      </a:lvl5pPr>
      <a:lvl6pPr marL="2286000" algn="l" defTabSz="914400" rtl="0" eaLnBrk="1" latinLnBrk="0" hangingPunct="1">
        <a:defRPr lang="es-ES" sz="1800" kern="1200">
          <a:solidFill>
            <a:schemeClr val="tx1"/>
          </a:solidFill>
          <a:latin typeface="+mn-lt"/>
          <a:ea typeface="+mn-ea"/>
          <a:cs typeface="+mn-cs"/>
        </a:defRPr>
      </a:lvl6pPr>
      <a:lvl7pPr marL="2743200" algn="l" defTabSz="914400" rtl="0" eaLnBrk="1" latinLnBrk="0" hangingPunct="1">
        <a:defRPr lang="es-ES" sz="1800" kern="1200">
          <a:solidFill>
            <a:schemeClr val="tx1"/>
          </a:solidFill>
          <a:latin typeface="+mn-lt"/>
          <a:ea typeface="+mn-ea"/>
          <a:cs typeface="+mn-cs"/>
        </a:defRPr>
      </a:lvl7pPr>
      <a:lvl8pPr marL="3200400" algn="l" defTabSz="914400" rtl="0" eaLnBrk="1" latinLnBrk="0" hangingPunct="1">
        <a:defRPr lang="es-ES" sz="1800" kern="1200">
          <a:solidFill>
            <a:schemeClr val="tx1"/>
          </a:solidFill>
          <a:latin typeface="+mn-lt"/>
          <a:ea typeface="+mn-ea"/>
          <a:cs typeface="+mn-cs"/>
        </a:defRPr>
      </a:lvl8pPr>
      <a:lvl9pPr marL="3657600" algn="l" defTabSz="914400" rtl="0" eaLnBrk="1" latinLnBrk="0" hangingPunct="1">
        <a:defRPr lang="es-ES"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jp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1.emf"/><Relationship Id="rId2" Type="http://schemas.openxmlformats.org/officeDocument/2006/relationships/notesSlide" Target="../notesSlides/notesSlide2.xml"/><Relationship Id="rId1" Type="http://schemas.openxmlformats.org/officeDocument/2006/relationships/slideLayout" Target="../slideLayouts/slideLayout5.xml"/><Relationship Id="rId4" Type="http://schemas.openxmlformats.org/officeDocument/2006/relationships/image" Target="../media/image30.png"/></Relationships>
</file>

<file path=ppt/slides/_rels/slide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xml"/><Relationship Id="rId1" Type="http://schemas.openxmlformats.org/officeDocument/2006/relationships/slideLayout" Target="../slideLayouts/slideLayout5.xml"/><Relationship Id="rId4" Type="http://schemas.openxmlformats.org/officeDocument/2006/relationships/image" Target="../media/image30.png"/></Relationships>
</file>

<file path=ppt/slides/_rels/slide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30.png"/></Relationships>
</file>

<file path=ppt/slides/_rels/slide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34.emf"/><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34.emf"/><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emf"/><Relationship Id="rId1" Type="http://schemas.openxmlformats.org/officeDocument/2006/relationships/slideLayout" Target="../slideLayouts/slideLayout9.xml"/><Relationship Id="rId4" Type="http://schemas.openxmlformats.org/officeDocument/2006/relationships/image" Target="../media/image30.png"/></Relationships>
</file>

<file path=ppt/slides/_rels/slide1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9.xml"/><Relationship Id="rId5" Type="http://schemas.openxmlformats.org/officeDocument/2006/relationships/image" Target="../media/image30.png"/><Relationship Id="rId4" Type="http://schemas.openxmlformats.org/officeDocument/2006/relationships/image" Target="../media/image39.png"/></Relationships>
</file>

<file path=ppt/slides/_rels/slide1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9.xml"/><Relationship Id="rId5" Type="http://schemas.openxmlformats.org/officeDocument/2006/relationships/image" Target="../media/image30.png"/><Relationship Id="rId4" Type="http://schemas.openxmlformats.org/officeDocument/2006/relationships/image" Target="../media/image39.png"/></Relationships>
</file>

<file path=ppt/slides/_rels/slide1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11.xml"/><Relationship Id="rId4" Type="http://schemas.openxmlformats.org/officeDocument/2006/relationships/image" Target="../media/image30.png"/></Relationships>
</file>

<file path=ppt/slides/_rels/slide1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11.xml"/><Relationship Id="rId4" Type="http://schemas.openxmlformats.org/officeDocument/2006/relationships/image" Target="../media/image30.png"/></Relationships>
</file>

<file path=ppt/slides/_rels/slide2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11.xml"/><Relationship Id="rId4" Type="http://schemas.openxmlformats.org/officeDocument/2006/relationships/image" Target="../media/image30.png"/></Relationships>
</file>

<file path=ppt/slides/_rels/slide2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7.xml"/><Relationship Id="rId4" Type="http://schemas.openxmlformats.org/officeDocument/2006/relationships/image" Target="../media/image30.png"/></Relationships>
</file>

<file path=ppt/slides/_rels/slide22.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7.xml"/><Relationship Id="rId4" Type="http://schemas.openxmlformats.org/officeDocument/2006/relationships/image" Target="../media/image30.png"/></Relationships>
</file>

<file path=ppt/slides/_rels/slide23.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7.xml"/><Relationship Id="rId4" Type="http://schemas.openxmlformats.org/officeDocument/2006/relationships/image" Target="../media/image30.png"/></Relationships>
</file>

<file path=ppt/slides/_rels/slide24.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7.xml"/><Relationship Id="rId4" Type="http://schemas.openxmlformats.org/officeDocument/2006/relationships/image" Target="../media/image30.png"/></Relationships>
</file>

<file path=ppt/slides/_rels/slide25.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7.xml"/><Relationship Id="rId4" Type="http://schemas.openxmlformats.org/officeDocument/2006/relationships/image" Target="../media/image30.png"/></Relationships>
</file>

<file path=ppt/slides/_rels/slide26.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7.xml"/><Relationship Id="rId4" Type="http://schemas.openxmlformats.org/officeDocument/2006/relationships/image" Target="../media/image30.png"/></Relationships>
</file>

<file path=ppt/slides/_rels/slide27.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7.xml"/><Relationship Id="rId4" Type="http://schemas.openxmlformats.org/officeDocument/2006/relationships/image" Target="../media/image30.png"/></Relationships>
</file>

<file path=ppt/slides/_rels/slide28.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7.xml"/><Relationship Id="rId4" Type="http://schemas.openxmlformats.org/officeDocument/2006/relationships/image" Target="../media/image30.png"/></Relationships>
</file>

<file path=ppt/slides/_rels/slide2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62.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11.xml"/><Relationship Id="rId5" Type="http://schemas.openxmlformats.org/officeDocument/2006/relationships/image" Target="../media/image30.png"/><Relationship Id="rId4" Type="http://schemas.openxmlformats.org/officeDocument/2006/relationships/image" Target="../media/image65.png"/></Relationships>
</file>

<file path=ppt/slides/_rels/slide31.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7.xml"/><Relationship Id="rId5" Type="http://schemas.openxmlformats.org/officeDocument/2006/relationships/image" Target="../media/image30.png"/><Relationship Id="rId4" Type="http://schemas.openxmlformats.org/officeDocument/2006/relationships/image" Target="../media/image68.png"/></Relationships>
</file>

<file path=ppt/slides/_rels/slide32.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7.xml"/><Relationship Id="rId5" Type="http://schemas.openxmlformats.org/officeDocument/2006/relationships/image" Target="../media/image30.png"/><Relationship Id="rId4" Type="http://schemas.openxmlformats.org/officeDocument/2006/relationships/image" Target="../media/image71.png"/></Relationships>
</file>

<file path=ppt/slides/_rels/slide33.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png"/><Relationship Id="rId1" Type="http://schemas.openxmlformats.org/officeDocument/2006/relationships/slideLayout" Target="../slideLayouts/slideLayout11.xml"/><Relationship Id="rId5" Type="http://schemas.openxmlformats.org/officeDocument/2006/relationships/image" Target="../media/image30.png"/><Relationship Id="rId4" Type="http://schemas.openxmlformats.org/officeDocument/2006/relationships/image" Target="../media/image74.png"/></Relationships>
</file>

<file path=ppt/slides/_rels/slide34.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slideLayout" Target="../slideLayouts/slideLayout7.xml"/><Relationship Id="rId4" Type="http://schemas.openxmlformats.org/officeDocument/2006/relationships/image" Target="../media/image30.png"/></Relationships>
</file>

<file path=ppt/slides/_rels/slide35.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7.png"/><Relationship Id="rId1" Type="http://schemas.openxmlformats.org/officeDocument/2006/relationships/slideLayout" Target="../slideLayouts/slideLayout7.xml"/><Relationship Id="rId4" Type="http://schemas.openxmlformats.org/officeDocument/2006/relationships/image" Target="../media/image30.png"/></Relationships>
</file>

<file path=ppt/slides/_rels/slide36.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79.png"/><Relationship Id="rId1" Type="http://schemas.openxmlformats.org/officeDocument/2006/relationships/slideLayout" Target="../slideLayouts/slideLayout7.xml"/><Relationship Id="rId4" Type="http://schemas.openxmlformats.org/officeDocument/2006/relationships/image" Target="../media/image30.png"/></Relationships>
</file>

<file path=ppt/slides/_rels/slide3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81.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82.png"/><Relationship Id="rId1" Type="http://schemas.openxmlformats.org/officeDocument/2006/relationships/slideLayout" Target="../slideLayouts/slideLayout11.xml"/><Relationship Id="rId4" Type="http://schemas.openxmlformats.org/officeDocument/2006/relationships/image" Target="../media/image30.png"/></Relationships>
</file>

<file path=ppt/slides/_rels/slide39.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image" Target="../media/image84.png"/><Relationship Id="rId1" Type="http://schemas.openxmlformats.org/officeDocument/2006/relationships/slideLayout" Target="../slideLayouts/slideLayout11.xml"/><Relationship Id="rId4" Type="http://schemas.openxmlformats.org/officeDocument/2006/relationships/image" Target="../media/image30.png"/></Relationships>
</file>

<file path=ppt/slides/_rels/slide40.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image" Target="../media/image86.png"/><Relationship Id="rId1" Type="http://schemas.openxmlformats.org/officeDocument/2006/relationships/slideLayout" Target="../slideLayouts/slideLayout7.xml"/><Relationship Id="rId4" Type="http://schemas.openxmlformats.org/officeDocument/2006/relationships/image" Target="../media/image30.png"/></Relationships>
</file>

<file path=ppt/slides/_rels/slide41.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image" Target="../media/image88.png"/><Relationship Id="rId1" Type="http://schemas.openxmlformats.org/officeDocument/2006/relationships/slideLayout" Target="../slideLayouts/slideLayout7.xml"/><Relationship Id="rId4" Type="http://schemas.openxmlformats.org/officeDocument/2006/relationships/image" Target="../media/image30.png"/></Relationships>
</file>

<file path=ppt/slides/_rels/slide42.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90.png"/><Relationship Id="rId1" Type="http://schemas.openxmlformats.org/officeDocument/2006/relationships/slideLayout" Target="../slideLayouts/slideLayout7.xml"/><Relationship Id="rId4" Type="http://schemas.openxmlformats.org/officeDocument/2006/relationships/image" Target="../media/image30.png"/></Relationships>
</file>

<file path=ppt/slides/_rels/slide43.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image" Target="../media/image92.png"/><Relationship Id="rId1" Type="http://schemas.openxmlformats.org/officeDocument/2006/relationships/slideLayout" Target="../slideLayouts/slideLayout7.xml"/><Relationship Id="rId4" Type="http://schemas.openxmlformats.org/officeDocument/2006/relationships/image" Target="../media/image30.png"/></Relationships>
</file>

<file path=ppt/slides/_rels/slide44.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image" Target="../media/image94.png"/><Relationship Id="rId1" Type="http://schemas.openxmlformats.org/officeDocument/2006/relationships/slideLayout" Target="../slideLayouts/slideLayout7.xml"/><Relationship Id="rId4" Type="http://schemas.openxmlformats.org/officeDocument/2006/relationships/image" Target="../media/image30.png"/></Relationships>
</file>

<file path=ppt/slides/_rels/slide45.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image" Target="../media/image96.png"/><Relationship Id="rId1" Type="http://schemas.openxmlformats.org/officeDocument/2006/relationships/slideLayout" Target="../slideLayouts/slideLayout7.xml"/><Relationship Id="rId4" Type="http://schemas.openxmlformats.org/officeDocument/2006/relationships/image" Target="../media/image30.png"/></Relationships>
</file>

<file path=ppt/slides/_rels/slide46.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image" Target="../media/image98.png"/><Relationship Id="rId1" Type="http://schemas.openxmlformats.org/officeDocument/2006/relationships/slideLayout" Target="../slideLayouts/slideLayout7.xml"/><Relationship Id="rId4" Type="http://schemas.openxmlformats.org/officeDocument/2006/relationships/image" Target="../media/image30.png"/></Relationships>
</file>

<file path=ppt/slides/_rels/slide47.xml.rels><?xml version="1.0" encoding="UTF-8" standalone="yes"?>
<Relationships xmlns="http://schemas.openxmlformats.org/package/2006/relationships"><Relationship Id="rId3" Type="http://schemas.openxmlformats.org/officeDocument/2006/relationships/image" Target="../media/image101.emf"/><Relationship Id="rId2" Type="http://schemas.openxmlformats.org/officeDocument/2006/relationships/image" Target="../media/image100.emf"/><Relationship Id="rId1" Type="http://schemas.openxmlformats.org/officeDocument/2006/relationships/slideLayout" Target="../slideLayouts/slideLayout7.xml"/><Relationship Id="rId6" Type="http://schemas.openxmlformats.org/officeDocument/2006/relationships/image" Target="../media/image30.png"/><Relationship Id="rId5" Type="http://schemas.openxmlformats.org/officeDocument/2006/relationships/image" Target="../media/image103.png"/><Relationship Id="rId4" Type="http://schemas.openxmlformats.org/officeDocument/2006/relationships/image" Target="../media/image102.png"/></Relationships>
</file>

<file path=ppt/slides/_rels/slide48.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image" Target="../media/image104.png"/><Relationship Id="rId1" Type="http://schemas.openxmlformats.org/officeDocument/2006/relationships/slideLayout" Target="../slideLayouts/slideLayout11.xml"/><Relationship Id="rId4" Type="http://schemas.openxmlformats.org/officeDocument/2006/relationships/image" Target="../media/image30.png"/></Relationships>
</file>

<file path=ppt/slides/_rels/slide49.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image" Target="../media/image106.png"/><Relationship Id="rId1" Type="http://schemas.openxmlformats.org/officeDocument/2006/relationships/slideLayout" Target="../slideLayouts/slideLayout7.xml"/><Relationship Id="rId5" Type="http://schemas.openxmlformats.org/officeDocument/2006/relationships/image" Target="../media/image30.png"/><Relationship Id="rId4" Type="http://schemas.openxmlformats.org/officeDocument/2006/relationships/image" Target="../media/image108.png"/></Relationships>
</file>

<file path=ppt/slides/_rels/slide50.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image" Target="../media/image109.png"/><Relationship Id="rId1" Type="http://schemas.openxmlformats.org/officeDocument/2006/relationships/slideLayout" Target="../slideLayouts/slideLayout11.xml"/><Relationship Id="rId4" Type="http://schemas.openxmlformats.org/officeDocument/2006/relationships/image" Target="../media/image30.png"/></Relationships>
</file>

<file path=ppt/slides/_rels/slide51.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image" Target="../media/image111.png"/><Relationship Id="rId1" Type="http://schemas.openxmlformats.org/officeDocument/2006/relationships/slideLayout" Target="../slideLayouts/slideLayout11.xml"/><Relationship Id="rId4" Type="http://schemas.openxmlformats.org/officeDocument/2006/relationships/image" Target="../media/image30.png"/></Relationships>
</file>

<file path=ppt/slides/_rels/slide52.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image" Target="../media/image113.png"/><Relationship Id="rId1" Type="http://schemas.openxmlformats.org/officeDocument/2006/relationships/slideLayout" Target="../slideLayouts/slideLayout7.xml"/><Relationship Id="rId4" Type="http://schemas.openxmlformats.org/officeDocument/2006/relationships/image" Target="../media/image30.png"/></Relationships>
</file>

<file path=ppt/slides/_rels/slide53.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image" Target="../media/image115.png"/><Relationship Id="rId1" Type="http://schemas.openxmlformats.org/officeDocument/2006/relationships/slideLayout" Target="../slideLayouts/slideLayout7.xml"/><Relationship Id="rId4" Type="http://schemas.openxmlformats.org/officeDocument/2006/relationships/image" Target="../media/image30.png"/></Relationships>
</file>

<file path=ppt/slides/_rels/slide54.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image" Target="../media/image117.png"/><Relationship Id="rId1" Type="http://schemas.openxmlformats.org/officeDocument/2006/relationships/slideLayout" Target="../slideLayouts/slideLayout7.xml"/><Relationship Id="rId4" Type="http://schemas.openxmlformats.org/officeDocument/2006/relationships/image" Target="../media/image30.png"/></Relationships>
</file>

<file path=ppt/slides/_rels/slide55.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image" Target="../media/image119.png"/><Relationship Id="rId1" Type="http://schemas.openxmlformats.org/officeDocument/2006/relationships/slideLayout" Target="../slideLayouts/slideLayout7.xml"/><Relationship Id="rId5" Type="http://schemas.openxmlformats.org/officeDocument/2006/relationships/image" Target="../media/image30.png"/><Relationship Id="rId4" Type="http://schemas.openxmlformats.org/officeDocument/2006/relationships/image" Target="../media/image121.png"/></Relationships>
</file>

<file path=ppt/slides/_rels/slide5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122.pn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124.png"/><Relationship Id="rId2" Type="http://schemas.openxmlformats.org/officeDocument/2006/relationships/image" Target="../media/image123.png"/><Relationship Id="rId1" Type="http://schemas.openxmlformats.org/officeDocument/2006/relationships/slideLayout" Target="../slideLayouts/slideLayout11.xml"/><Relationship Id="rId4" Type="http://schemas.openxmlformats.org/officeDocument/2006/relationships/image" Target="../media/image30.png"/></Relationships>
</file>

<file path=ppt/slides/_rels/slide58.xml.rels><?xml version="1.0" encoding="UTF-8" standalone="yes"?>
<Relationships xmlns="http://schemas.openxmlformats.org/package/2006/relationships"><Relationship Id="rId3" Type="http://schemas.openxmlformats.org/officeDocument/2006/relationships/image" Target="../media/image126.png"/><Relationship Id="rId2" Type="http://schemas.openxmlformats.org/officeDocument/2006/relationships/image" Target="../media/image125.png"/><Relationship Id="rId1" Type="http://schemas.openxmlformats.org/officeDocument/2006/relationships/slideLayout" Target="../slideLayouts/slideLayout11.xml"/><Relationship Id="rId4" Type="http://schemas.openxmlformats.org/officeDocument/2006/relationships/image" Target="../media/image30.png"/></Relationships>
</file>

<file path=ppt/slides/_rels/slide59.xml.rels><?xml version="1.0" encoding="UTF-8" standalone="yes"?>
<Relationships xmlns="http://schemas.openxmlformats.org/package/2006/relationships"><Relationship Id="rId3" Type="http://schemas.openxmlformats.org/officeDocument/2006/relationships/image" Target="../media/image128.png"/><Relationship Id="rId2" Type="http://schemas.openxmlformats.org/officeDocument/2006/relationships/image" Target="../media/image127.png"/><Relationship Id="rId1" Type="http://schemas.openxmlformats.org/officeDocument/2006/relationships/slideLayout" Target="../slideLayouts/slideLayout11.xml"/><Relationship Id="rId4" Type="http://schemas.openxmlformats.org/officeDocument/2006/relationships/image" Target="../media/image30.png"/></Relationships>
</file>

<file path=ppt/slides/_rels/slide60.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image" Target="../media/image129.png"/><Relationship Id="rId1" Type="http://schemas.openxmlformats.org/officeDocument/2006/relationships/slideLayout" Target="../slideLayouts/slideLayout11.xml"/><Relationship Id="rId4" Type="http://schemas.openxmlformats.org/officeDocument/2006/relationships/image" Target="../media/image30.png"/></Relationships>
</file>

<file path=ppt/slides/_rels/slide6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131.png"/><Relationship Id="rId1" Type="http://schemas.openxmlformats.org/officeDocument/2006/relationships/slideLayout" Target="../slideLayouts/slideLayout11.xml"/></Relationships>
</file>

<file path=ppt/slides/_rels/slide62.xml.rels><?xml version="1.0" encoding="UTF-8" standalone="yes"?>
<Relationships xmlns="http://schemas.openxmlformats.org/package/2006/relationships"><Relationship Id="rId3" Type="http://schemas.openxmlformats.org/officeDocument/2006/relationships/image" Target="../media/image133.png"/><Relationship Id="rId2" Type="http://schemas.openxmlformats.org/officeDocument/2006/relationships/image" Target="../media/image132.png"/><Relationship Id="rId1" Type="http://schemas.openxmlformats.org/officeDocument/2006/relationships/slideLayout" Target="../slideLayouts/slideLayout11.xml"/><Relationship Id="rId4" Type="http://schemas.openxmlformats.org/officeDocument/2006/relationships/image" Target="../media/image30.png"/></Relationships>
</file>

<file path=ppt/slides/_rels/slide63.xml.rels><?xml version="1.0" encoding="UTF-8" standalone="yes"?>
<Relationships xmlns="http://schemas.openxmlformats.org/package/2006/relationships"><Relationship Id="rId3" Type="http://schemas.openxmlformats.org/officeDocument/2006/relationships/image" Target="../media/image135.png"/><Relationship Id="rId2" Type="http://schemas.openxmlformats.org/officeDocument/2006/relationships/image" Target="../media/image134.png"/><Relationship Id="rId1" Type="http://schemas.openxmlformats.org/officeDocument/2006/relationships/slideLayout" Target="../slideLayouts/slideLayout11.xml"/><Relationship Id="rId4" Type="http://schemas.openxmlformats.org/officeDocument/2006/relationships/image" Target="../media/image30.png"/></Relationships>
</file>

<file path=ppt/slides/_rels/slide64.xml.rels><?xml version="1.0" encoding="UTF-8" standalone="yes"?>
<Relationships xmlns="http://schemas.openxmlformats.org/package/2006/relationships"><Relationship Id="rId3" Type="http://schemas.openxmlformats.org/officeDocument/2006/relationships/image" Target="../media/image137.png"/><Relationship Id="rId2" Type="http://schemas.openxmlformats.org/officeDocument/2006/relationships/image" Target="../media/image136.png"/><Relationship Id="rId1" Type="http://schemas.openxmlformats.org/officeDocument/2006/relationships/slideLayout" Target="../slideLayouts/slideLayout7.xml"/><Relationship Id="rId4" Type="http://schemas.openxmlformats.org/officeDocument/2006/relationships/image" Target="../media/image30.png"/></Relationships>
</file>

<file path=ppt/slides/_rels/slide65.xml.rels><?xml version="1.0" encoding="UTF-8" standalone="yes"?>
<Relationships xmlns="http://schemas.openxmlformats.org/package/2006/relationships"><Relationship Id="rId3" Type="http://schemas.openxmlformats.org/officeDocument/2006/relationships/image" Target="../media/image139.png"/><Relationship Id="rId2" Type="http://schemas.openxmlformats.org/officeDocument/2006/relationships/image" Target="../media/image138.png"/><Relationship Id="rId1" Type="http://schemas.openxmlformats.org/officeDocument/2006/relationships/slideLayout" Target="../slideLayouts/slideLayout7.xml"/><Relationship Id="rId4" Type="http://schemas.openxmlformats.org/officeDocument/2006/relationships/image" Target="../media/image30.png"/></Relationships>
</file>

<file path=ppt/slides/_rels/slide6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140.pn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3" Type="http://schemas.openxmlformats.org/officeDocument/2006/relationships/image" Target="../media/image142.png"/><Relationship Id="rId2" Type="http://schemas.openxmlformats.org/officeDocument/2006/relationships/image" Target="../media/image141.png"/><Relationship Id="rId1" Type="http://schemas.openxmlformats.org/officeDocument/2006/relationships/slideLayout" Target="../slideLayouts/slideLayout11.xml"/><Relationship Id="rId4" Type="http://schemas.openxmlformats.org/officeDocument/2006/relationships/image" Target="../media/image30.png"/></Relationships>
</file>

<file path=ppt/slides/_rels/slide68.xml.rels><?xml version="1.0" encoding="UTF-8" standalone="yes"?>
<Relationships xmlns="http://schemas.openxmlformats.org/package/2006/relationships"><Relationship Id="rId3" Type="http://schemas.openxmlformats.org/officeDocument/2006/relationships/image" Target="../media/image144.png"/><Relationship Id="rId2" Type="http://schemas.openxmlformats.org/officeDocument/2006/relationships/image" Target="../media/image143.png"/><Relationship Id="rId1" Type="http://schemas.openxmlformats.org/officeDocument/2006/relationships/slideLayout" Target="../slideLayouts/slideLayout11.xml"/><Relationship Id="rId4" Type="http://schemas.openxmlformats.org/officeDocument/2006/relationships/image" Target="../media/image30.png"/></Relationships>
</file>

<file path=ppt/slides/_rels/slide69.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image" Target="../media/image145.png"/><Relationship Id="rId1" Type="http://schemas.openxmlformats.org/officeDocument/2006/relationships/slideLayout" Target="../slideLayouts/slideLayout7.xml"/><Relationship Id="rId4" Type="http://schemas.openxmlformats.org/officeDocument/2006/relationships/image" Target="../media/image30.png"/></Relationships>
</file>

<file path=ppt/slides/_rels/slide70.xml.rels><?xml version="1.0" encoding="UTF-8" standalone="yes"?>
<Relationships xmlns="http://schemas.openxmlformats.org/package/2006/relationships"><Relationship Id="rId3" Type="http://schemas.openxmlformats.org/officeDocument/2006/relationships/image" Target="../media/image148.png"/><Relationship Id="rId2" Type="http://schemas.openxmlformats.org/officeDocument/2006/relationships/image" Target="../media/image147.png"/><Relationship Id="rId1" Type="http://schemas.openxmlformats.org/officeDocument/2006/relationships/slideLayout" Target="../slideLayouts/slideLayout7.xml"/><Relationship Id="rId4" Type="http://schemas.openxmlformats.org/officeDocument/2006/relationships/image" Target="../media/image30.png"/></Relationships>
</file>

<file path=ppt/slides/_rels/slide71.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image" Target="../media/image149.png"/><Relationship Id="rId1" Type="http://schemas.openxmlformats.org/officeDocument/2006/relationships/slideLayout" Target="../slideLayouts/slideLayout7.xml"/><Relationship Id="rId4" Type="http://schemas.openxmlformats.org/officeDocument/2006/relationships/image" Target="../media/image30.png"/></Relationships>
</file>

<file path=ppt/slides/_rels/slide72.xml.rels><?xml version="1.0" encoding="UTF-8" standalone="yes"?>
<Relationships xmlns="http://schemas.openxmlformats.org/package/2006/relationships"><Relationship Id="rId3" Type="http://schemas.openxmlformats.org/officeDocument/2006/relationships/image" Target="../media/image152.png"/><Relationship Id="rId2" Type="http://schemas.openxmlformats.org/officeDocument/2006/relationships/image" Target="../media/image151.png"/><Relationship Id="rId1" Type="http://schemas.openxmlformats.org/officeDocument/2006/relationships/slideLayout" Target="../slideLayouts/slideLayout7.xml"/><Relationship Id="rId5" Type="http://schemas.openxmlformats.org/officeDocument/2006/relationships/image" Target="../media/image30.png"/><Relationship Id="rId4" Type="http://schemas.openxmlformats.org/officeDocument/2006/relationships/image" Target="../media/image153.png"/></Relationships>
</file>

<file path=ppt/slides/_rels/slide73.xml.rels><?xml version="1.0" encoding="UTF-8" standalone="yes"?>
<Relationships xmlns="http://schemas.openxmlformats.org/package/2006/relationships"><Relationship Id="rId3" Type="http://schemas.openxmlformats.org/officeDocument/2006/relationships/image" Target="../media/image155.png"/><Relationship Id="rId2" Type="http://schemas.openxmlformats.org/officeDocument/2006/relationships/image" Target="../media/image154.png"/><Relationship Id="rId1" Type="http://schemas.openxmlformats.org/officeDocument/2006/relationships/slideLayout" Target="../slideLayouts/slideLayout7.xml"/><Relationship Id="rId4" Type="http://schemas.openxmlformats.org/officeDocument/2006/relationships/image" Target="../media/image30.png"/></Relationships>
</file>

<file path=ppt/slides/_rels/slide74.xml.rels><?xml version="1.0" encoding="UTF-8" standalone="yes"?>
<Relationships xmlns="http://schemas.openxmlformats.org/package/2006/relationships"><Relationship Id="rId3" Type="http://schemas.openxmlformats.org/officeDocument/2006/relationships/image" Target="../media/image157.png"/><Relationship Id="rId2" Type="http://schemas.openxmlformats.org/officeDocument/2006/relationships/image" Target="../media/image156.png"/><Relationship Id="rId1" Type="http://schemas.openxmlformats.org/officeDocument/2006/relationships/slideLayout" Target="../slideLayouts/slideLayout7.xml"/><Relationship Id="rId4" Type="http://schemas.openxmlformats.org/officeDocument/2006/relationships/image" Target="../media/image30.png"/></Relationships>
</file>

<file path=ppt/slides/_rels/slide75.xml.rels><?xml version="1.0" encoding="UTF-8" standalone="yes"?>
<Relationships xmlns="http://schemas.openxmlformats.org/package/2006/relationships"><Relationship Id="rId3" Type="http://schemas.openxmlformats.org/officeDocument/2006/relationships/image" Target="../media/image159.png"/><Relationship Id="rId2" Type="http://schemas.openxmlformats.org/officeDocument/2006/relationships/image" Target="../media/image158.png"/><Relationship Id="rId1" Type="http://schemas.openxmlformats.org/officeDocument/2006/relationships/slideLayout" Target="../slideLayouts/slideLayout11.xml"/><Relationship Id="rId4" Type="http://schemas.openxmlformats.org/officeDocument/2006/relationships/image" Target="../media/image30.png"/></Relationships>
</file>

<file path=ppt/slides/_rels/slide76.xml.rels><?xml version="1.0" encoding="UTF-8" standalone="yes"?>
<Relationships xmlns="http://schemas.openxmlformats.org/package/2006/relationships"><Relationship Id="rId3" Type="http://schemas.openxmlformats.org/officeDocument/2006/relationships/image" Target="../media/image161.png"/><Relationship Id="rId2" Type="http://schemas.openxmlformats.org/officeDocument/2006/relationships/image" Target="../media/image160.png"/><Relationship Id="rId1" Type="http://schemas.openxmlformats.org/officeDocument/2006/relationships/slideLayout" Target="../slideLayouts/slideLayout11.xml"/><Relationship Id="rId4" Type="http://schemas.openxmlformats.org/officeDocument/2006/relationships/image" Target="../media/image30.png"/></Relationships>
</file>

<file path=ppt/slides/_rels/slide77.xml.rels><?xml version="1.0" encoding="UTF-8" standalone="yes"?>
<Relationships xmlns="http://schemas.openxmlformats.org/package/2006/relationships"><Relationship Id="rId3" Type="http://schemas.openxmlformats.org/officeDocument/2006/relationships/image" Target="../media/image163.png"/><Relationship Id="rId2" Type="http://schemas.openxmlformats.org/officeDocument/2006/relationships/image" Target="../media/image162.png"/><Relationship Id="rId1" Type="http://schemas.openxmlformats.org/officeDocument/2006/relationships/slideLayout" Target="../slideLayouts/slideLayout7.xml"/><Relationship Id="rId4" Type="http://schemas.openxmlformats.org/officeDocument/2006/relationships/image" Target="../media/image30.png"/></Relationships>
</file>

<file path=ppt/slides/_rels/slide78.xml.rels><?xml version="1.0" encoding="UTF-8" standalone="yes"?>
<Relationships xmlns="http://schemas.openxmlformats.org/package/2006/relationships"><Relationship Id="rId3" Type="http://schemas.openxmlformats.org/officeDocument/2006/relationships/image" Target="../media/image165.png"/><Relationship Id="rId2" Type="http://schemas.openxmlformats.org/officeDocument/2006/relationships/image" Target="../media/image164.png"/><Relationship Id="rId1" Type="http://schemas.openxmlformats.org/officeDocument/2006/relationships/slideLayout" Target="../slideLayouts/slideLayout7.xml"/><Relationship Id="rId4" Type="http://schemas.openxmlformats.org/officeDocument/2006/relationships/image" Target="../media/image30.png"/></Relationships>
</file>

<file path=ppt/slides/_rels/slide7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1.xml"/></Relationships>
</file>

<file path=ppt/slides/_rels/slide8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1.xml"/></Relationships>
</file>

<file path=ppt/slides/_rels/slide8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1.xml"/></Relationships>
</file>

<file path=ppt/slides/_rels/slide8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1.xml"/></Relationships>
</file>

<file path=ppt/slides/_rels/slide8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1.xml"/></Relationships>
</file>

<file path=ppt/slides/_rels/slide9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1.xml"/></Relationships>
</file>

<file path=ppt/slides/_rels/slide9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1.xml"/></Relationships>
</file>

<file path=ppt/slides/_rels/slide9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1.xml"/></Relationships>
</file>

<file path=ppt/slides/_rels/slide9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1.xml"/></Relationships>
</file>

<file path=ppt/slides/_rels/slide9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1.xml"/></Relationships>
</file>

<file path=ppt/slides/_rels/slide9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1.xml"/></Relationships>
</file>

<file path=ppt/slides/_rels/slide9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1.xml"/></Relationships>
</file>

<file path=ppt/slides/_rels/slide9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1.xml"/></Relationships>
</file>

<file path=ppt/slides/_rels/slide10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1.xml"/></Relationships>
</file>

<file path=ppt/slides/_rels/slide10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4">
            <a:extLst>
              <a:ext uri="{FF2B5EF4-FFF2-40B4-BE49-F238E27FC236}">
                <a16:creationId xmlns:a16="http://schemas.microsoft.com/office/drawing/2014/main" id="{43374FB1-0B60-4C36-BF2C-200BB5E4E00D}"/>
              </a:ext>
            </a:extLst>
          </p:cNvPr>
          <p:cNvSpPr>
            <a:spLocks noGrp="1"/>
          </p:cNvSpPr>
          <p:nvPr>
            <p:ph type="title"/>
          </p:nvPr>
        </p:nvSpPr>
        <p:spPr>
          <a:xfrm>
            <a:off x="964589" y="1922914"/>
            <a:ext cx="5181600" cy="3368819"/>
          </a:xfrm>
        </p:spPr>
        <p:txBody>
          <a:bodyPr/>
          <a:lstStyle/>
          <a:p>
            <a:r>
              <a:rPr lang="es-ES" dirty="0"/>
              <a:t>Programación del robot Dobot mg400</a:t>
            </a:r>
            <a:endParaRPr lang="es-MX" dirty="0"/>
          </a:p>
        </p:txBody>
      </p:sp>
      <p:sp>
        <p:nvSpPr>
          <p:cNvPr id="4" name="Marcador de número de diapositiva 3">
            <a:extLst>
              <a:ext uri="{FF2B5EF4-FFF2-40B4-BE49-F238E27FC236}">
                <a16:creationId xmlns:a16="http://schemas.microsoft.com/office/drawing/2014/main" id="{477699EC-3731-4E9E-AEA7-F97FA9571661}"/>
              </a:ext>
            </a:extLst>
          </p:cNvPr>
          <p:cNvSpPr>
            <a:spLocks noGrp="1"/>
          </p:cNvSpPr>
          <p:nvPr>
            <p:ph type="sldNum" sz="quarter" idx="4294967295"/>
          </p:nvPr>
        </p:nvSpPr>
        <p:spPr>
          <a:xfrm>
            <a:off x="0" y="6246813"/>
            <a:ext cx="631825" cy="295275"/>
          </a:xfrm>
        </p:spPr>
        <p:txBody>
          <a:bodyPr/>
          <a:lstStyle/>
          <a:p>
            <a:pPr rtl="0"/>
            <a:fld id="{B5CEABB6-07DC-46E8-9B57-56EC44A396E5}" type="slidenum">
              <a:rPr lang="es-ES" smtClean="0"/>
              <a:pPr rtl="0"/>
              <a:t>1</a:t>
            </a:fld>
            <a:endParaRPr lang="es-ES" dirty="0"/>
          </a:p>
        </p:txBody>
      </p:sp>
      <p:sp>
        <p:nvSpPr>
          <p:cNvPr id="7" name="CuadroTexto 6">
            <a:extLst>
              <a:ext uri="{FF2B5EF4-FFF2-40B4-BE49-F238E27FC236}">
                <a16:creationId xmlns:a16="http://schemas.microsoft.com/office/drawing/2014/main" id="{722DFD46-72D2-4C2C-B79A-C6A374355D8F}"/>
              </a:ext>
            </a:extLst>
          </p:cNvPr>
          <p:cNvSpPr txBox="1"/>
          <p:nvPr/>
        </p:nvSpPr>
        <p:spPr>
          <a:xfrm>
            <a:off x="315912" y="6209784"/>
            <a:ext cx="3239477" cy="369332"/>
          </a:xfrm>
          <a:prstGeom prst="rect">
            <a:avLst/>
          </a:prstGeom>
          <a:noFill/>
        </p:spPr>
        <p:txBody>
          <a:bodyPr wrap="none" rtlCol="0">
            <a:spAutoFit/>
          </a:bodyPr>
          <a:lstStyle/>
          <a:p>
            <a:r>
              <a:rPr lang="es-ES" dirty="0">
                <a:solidFill>
                  <a:schemeClr val="bg1"/>
                </a:solidFill>
              </a:rPr>
              <a:t>Daniel Aldahir Jardinez Aguilar</a:t>
            </a:r>
            <a:endParaRPr lang="es-MX" dirty="0">
              <a:solidFill>
                <a:schemeClr val="bg1"/>
              </a:solidFill>
            </a:endParaRPr>
          </a:p>
        </p:txBody>
      </p:sp>
      <p:pic>
        <p:nvPicPr>
          <p:cNvPr id="13" name="Marcador de posición de imagen 12">
            <a:extLst>
              <a:ext uri="{FF2B5EF4-FFF2-40B4-BE49-F238E27FC236}">
                <a16:creationId xmlns:a16="http://schemas.microsoft.com/office/drawing/2014/main" id="{7AD35873-28A4-4964-8A05-B39257FC05B2}"/>
              </a:ext>
            </a:extLst>
          </p:cNvPr>
          <p:cNvPicPr>
            <a:picLocks noGrp="1" noChangeAspect="1"/>
          </p:cNvPicPr>
          <p:nvPr>
            <p:ph type="pic" sz="quarter" idx="10"/>
          </p:nvPr>
        </p:nvPicPr>
        <p:blipFill rotWithShape="1">
          <a:blip r:embed="rId2"/>
          <a:srcRect l="13261" r="26626"/>
          <a:stretch/>
        </p:blipFill>
        <p:spPr>
          <a:xfrm>
            <a:off x="4347411" y="4790"/>
            <a:ext cx="7864909" cy="6868160"/>
          </a:xfrm>
        </p:spPr>
      </p:pic>
      <p:pic>
        <p:nvPicPr>
          <p:cNvPr id="19" name="Imagen 18">
            <a:extLst>
              <a:ext uri="{FF2B5EF4-FFF2-40B4-BE49-F238E27FC236}">
                <a16:creationId xmlns:a16="http://schemas.microsoft.com/office/drawing/2014/main" id="{6B86313B-70DF-4B9F-8F11-CFBD3C75286B}"/>
              </a:ext>
            </a:extLst>
          </p:cNvPr>
          <p:cNvPicPr>
            <a:picLocks noChangeAspect="1"/>
          </p:cNvPicPr>
          <p:nvPr/>
        </p:nvPicPr>
        <p:blipFill>
          <a:blip r:embed="rId3"/>
          <a:stretch>
            <a:fillRect/>
          </a:stretch>
        </p:blipFill>
        <p:spPr>
          <a:xfrm>
            <a:off x="10412472" y="0"/>
            <a:ext cx="1799848" cy="1824232"/>
          </a:xfrm>
          <a:prstGeom prst="rect">
            <a:avLst/>
          </a:prstGeom>
        </p:spPr>
      </p:pic>
    </p:spTree>
    <p:extLst>
      <p:ext uri="{BB962C8B-B14F-4D97-AF65-F5344CB8AC3E}">
        <p14:creationId xmlns:p14="http://schemas.microsoft.com/office/powerpoint/2010/main" val="33589587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48B822C-9CC7-42D8-9940-23DD233C598F}"/>
              </a:ext>
            </a:extLst>
          </p:cNvPr>
          <p:cNvSpPr>
            <a:spLocks noGrp="1"/>
          </p:cNvSpPr>
          <p:nvPr>
            <p:ph type="title"/>
          </p:nvPr>
        </p:nvSpPr>
        <p:spPr>
          <a:xfrm>
            <a:off x="914400" y="-1492631"/>
            <a:ext cx="5181600" cy="2376868"/>
          </a:xfrm>
        </p:spPr>
        <p:txBody>
          <a:bodyPr/>
          <a:lstStyle/>
          <a:p>
            <a:r>
              <a:rPr lang="es-ES" dirty="0"/>
              <a:t>Introducción</a:t>
            </a:r>
            <a:endParaRPr lang="es-MX" dirty="0"/>
          </a:p>
        </p:txBody>
      </p:sp>
      <p:sp>
        <p:nvSpPr>
          <p:cNvPr id="3" name="Marcador de contenido 2">
            <a:extLst>
              <a:ext uri="{FF2B5EF4-FFF2-40B4-BE49-F238E27FC236}">
                <a16:creationId xmlns:a16="http://schemas.microsoft.com/office/drawing/2014/main" id="{670C2106-7A80-43B3-B464-B17A95F9B63E}"/>
              </a:ext>
            </a:extLst>
          </p:cNvPr>
          <p:cNvSpPr>
            <a:spLocks noGrp="1"/>
          </p:cNvSpPr>
          <p:nvPr>
            <p:ph sz="quarter" idx="10"/>
          </p:nvPr>
        </p:nvSpPr>
        <p:spPr>
          <a:xfrm>
            <a:off x="577516" y="1475874"/>
            <a:ext cx="5518484" cy="4497889"/>
          </a:xfrm>
        </p:spPr>
        <p:txBody>
          <a:bodyPr>
            <a:normAutofit/>
          </a:bodyPr>
          <a:lstStyle/>
          <a:p>
            <a:r>
              <a:rPr lang="es-ES" dirty="0"/>
              <a:t>Este proyecto muestra cómo controlar el movimiento de un robot mediante programación en bloques y comunicación Modbus. A través de ejemplos prácticos, como trayectorias automáticas y procesos de paletizado, se demuestra cómo el robot puede ejecutar tareas con precisión y eficiencia. </a:t>
            </a:r>
          </a:p>
          <a:p>
            <a:r>
              <a:rPr lang="es-ES" dirty="0"/>
              <a:t>La programación por bloques facilita la interacción con sensores y actuadores, permitiendo una operación autónoma y segura en entornos industriales.</a:t>
            </a:r>
          </a:p>
          <a:p>
            <a:endParaRPr lang="es-MX" dirty="0"/>
          </a:p>
        </p:txBody>
      </p:sp>
      <p:sp>
        <p:nvSpPr>
          <p:cNvPr id="4" name="Marcador de número de diapositiva 3">
            <a:extLst>
              <a:ext uri="{FF2B5EF4-FFF2-40B4-BE49-F238E27FC236}">
                <a16:creationId xmlns:a16="http://schemas.microsoft.com/office/drawing/2014/main" id="{F4394EED-932A-48C7-8A14-28F508D30B50}"/>
              </a:ext>
            </a:extLst>
          </p:cNvPr>
          <p:cNvSpPr>
            <a:spLocks noGrp="1"/>
          </p:cNvSpPr>
          <p:nvPr>
            <p:ph type="sldNum" sz="quarter" idx="4"/>
          </p:nvPr>
        </p:nvSpPr>
        <p:spPr/>
        <p:txBody>
          <a:bodyPr/>
          <a:lstStyle/>
          <a:p>
            <a:pPr rtl="0"/>
            <a:fld id="{B5CEABB6-07DC-46E8-9B57-56EC44A396E5}" type="slidenum">
              <a:rPr lang="es-ES" smtClean="0"/>
              <a:pPr rtl="0"/>
              <a:t>2</a:t>
            </a:fld>
            <a:endParaRPr lang="es-ES" dirty="0"/>
          </a:p>
        </p:txBody>
      </p:sp>
      <p:pic>
        <p:nvPicPr>
          <p:cNvPr id="7" name="Imagen 6">
            <a:extLst>
              <a:ext uri="{FF2B5EF4-FFF2-40B4-BE49-F238E27FC236}">
                <a16:creationId xmlns:a16="http://schemas.microsoft.com/office/drawing/2014/main" id="{7E6ED8E1-5B1C-4B4E-9355-8A2322DDA833}"/>
              </a:ext>
            </a:extLst>
          </p:cNvPr>
          <p:cNvPicPr>
            <a:picLocks noChangeAspect="1"/>
          </p:cNvPicPr>
          <p:nvPr/>
        </p:nvPicPr>
        <p:blipFill>
          <a:blip r:embed="rId2"/>
          <a:stretch>
            <a:fillRect/>
          </a:stretch>
        </p:blipFill>
        <p:spPr>
          <a:xfrm>
            <a:off x="7351796" y="285750"/>
            <a:ext cx="4514850" cy="6286500"/>
          </a:xfrm>
          <a:prstGeom prst="rect">
            <a:avLst/>
          </a:prstGeom>
        </p:spPr>
      </p:pic>
      <p:pic>
        <p:nvPicPr>
          <p:cNvPr id="6" name="Imagen 5">
            <a:extLst>
              <a:ext uri="{FF2B5EF4-FFF2-40B4-BE49-F238E27FC236}">
                <a16:creationId xmlns:a16="http://schemas.microsoft.com/office/drawing/2014/main" id="{6D0C2356-FA39-42CF-9D3F-5CFE8202A44D}"/>
              </a:ext>
            </a:extLst>
          </p:cNvPr>
          <p:cNvPicPr>
            <a:picLocks noChangeAspect="1"/>
          </p:cNvPicPr>
          <p:nvPr/>
        </p:nvPicPr>
        <p:blipFill>
          <a:blip r:embed="rId3"/>
          <a:stretch>
            <a:fillRect/>
          </a:stretch>
        </p:blipFill>
        <p:spPr>
          <a:xfrm>
            <a:off x="-7543" y="-25563"/>
            <a:ext cx="888053" cy="900000"/>
          </a:xfrm>
          <a:prstGeom prst="rect">
            <a:avLst/>
          </a:prstGeom>
        </p:spPr>
      </p:pic>
    </p:spTree>
    <p:extLst>
      <p:ext uri="{BB962C8B-B14F-4D97-AF65-F5344CB8AC3E}">
        <p14:creationId xmlns:p14="http://schemas.microsoft.com/office/powerpoint/2010/main" val="12726176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5440D96-BFFB-05BD-30ED-0352500CD058}"/>
              </a:ext>
            </a:extLst>
          </p:cNvPr>
          <p:cNvSpPr>
            <a:spLocks noGrp="1"/>
          </p:cNvSpPr>
          <p:nvPr>
            <p:ph type="title"/>
          </p:nvPr>
        </p:nvSpPr>
        <p:spPr>
          <a:xfrm>
            <a:off x="6096000" y="2945804"/>
            <a:ext cx="5674360" cy="3200400"/>
          </a:xfrm>
        </p:spPr>
        <p:txBody>
          <a:bodyPr rtlCol="0"/>
          <a:lstStyle>
            <a:defPPr>
              <a:defRPr lang="es-ES"/>
            </a:defPPr>
          </a:lstStyle>
          <a:p>
            <a:pPr rtl="0"/>
            <a:r>
              <a:rPr lang="es-ES" dirty="0"/>
              <a:t>CONTROLAR EL MOVIMIENTO DEL ROBOT</a:t>
            </a:r>
          </a:p>
        </p:txBody>
      </p:sp>
      <p:pic>
        <p:nvPicPr>
          <p:cNvPr id="3" name="Imagen 2">
            <a:extLst>
              <a:ext uri="{FF2B5EF4-FFF2-40B4-BE49-F238E27FC236}">
                <a16:creationId xmlns:a16="http://schemas.microsoft.com/office/drawing/2014/main" id="{E7822E2D-6EF1-49B3-972D-37B94FDC0A9C}"/>
              </a:ext>
            </a:extLst>
          </p:cNvPr>
          <p:cNvPicPr>
            <a:picLocks noChangeAspect="1"/>
          </p:cNvPicPr>
          <p:nvPr/>
        </p:nvPicPr>
        <p:blipFill>
          <a:blip r:embed="rId3"/>
          <a:stretch>
            <a:fillRect/>
          </a:stretch>
        </p:blipFill>
        <p:spPr>
          <a:xfrm>
            <a:off x="10412472" y="0"/>
            <a:ext cx="1799848" cy="1824232"/>
          </a:xfrm>
          <a:prstGeom prst="rect">
            <a:avLst/>
          </a:prstGeom>
        </p:spPr>
      </p:pic>
    </p:spTree>
    <p:extLst>
      <p:ext uri="{BB962C8B-B14F-4D97-AF65-F5344CB8AC3E}">
        <p14:creationId xmlns:p14="http://schemas.microsoft.com/office/powerpoint/2010/main" val="29453900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id="{3474D05E-8A36-8D9F-519E-DB514A69D886}"/>
              </a:ext>
            </a:extLst>
          </p:cNvPr>
          <p:cNvSpPr>
            <a:spLocks noGrp="1"/>
          </p:cNvSpPr>
          <p:nvPr>
            <p:ph type="title"/>
          </p:nvPr>
        </p:nvSpPr>
        <p:spPr/>
        <p:txBody>
          <a:bodyPr rtlCol="0"/>
          <a:lstStyle>
            <a:defPPr>
              <a:defRPr lang="es-ES"/>
            </a:defPPr>
          </a:lstStyle>
          <a:p>
            <a:pPr rtl="0"/>
            <a:r>
              <a:rPr lang="es-ES" dirty="0"/>
              <a:t>Ejempló 1 Tipos de movimientos</a:t>
            </a:r>
          </a:p>
        </p:txBody>
      </p:sp>
      <p:sp>
        <p:nvSpPr>
          <p:cNvPr id="4" name="Marcador de contenido 3">
            <a:extLst>
              <a:ext uri="{FF2B5EF4-FFF2-40B4-BE49-F238E27FC236}">
                <a16:creationId xmlns:a16="http://schemas.microsoft.com/office/drawing/2014/main" id="{B20C1E08-E337-110E-DB8E-41BA4A3341A1}"/>
              </a:ext>
            </a:extLst>
          </p:cNvPr>
          <p:cNvSpPr>
            <a:spLocks noGrp="1"/>
          </p:cNvSpPr>
          <p:nvPr>
            <p:ph sz="quarter" idx="10"/>
          </p:nvPr>
        </p:nvSpPr>
        <p:spPr/>
        <p:txBody>
          <a:bodyPr rtlCol="0">
            <a:normAutofit/>
          </a:bodyPr>
          <a:lstStyle>
            <a:defPPr>
              <a:defRPr lang="es-ES"/>
            </a:defPPr>
          </a:lstStyle>
          <a:p>
            <a:pPr rtl="0"/>
            <a:r>
              <a:rPr lang="es-ES" dirty="0"/>
              <a:t>Cuando el programa sea iniciado, el robot se moverá desde la posición inicial hasta la segunda mediante un desplazamiento lineal. </a:t>
            </a:r>
          </a:p>
          <a:p>
            <a:pPr rtl="0"/>
            <a:r>
              <a:rPr lang="es-ES" dirty="0"/>
              <a:t>Luego, continuará hacia el punto 3 y alcanzará el punto 4 utilizando un movimiento en modo </a:t>
            </a:r>
            <a:r>
              <a:rPr lang="es-ES" i="1" dirty="0"/>
              <a:t>joins</a:t>
            </a:r>
            <a:r>
              <a:rPr lang="es-ES" dirty="0"/>
              <a:t>.</a:t>
            </a:r>
          </a:p>
          <a:p>
            <a:pPr rtl="0"/>
            <a:r>
              <a:rPr lang="es-ES" dirty="0"/>
              <a:t> Al finalizar este trayecto, retornará siguiendo el mismo recorrido en sentido inverso. Si la entrada digital 1 no está activada, el robot permanecerá detenido.</a:t>
            </a:r>
          </a:p>
        </p:txBody>
      </p:sp>
      <p:pic>
        <p:nvPicPr>
          <p:cNvPr id="6" name="Imagen 5">
            <a:extLst>
              <a:ext uri="{FF2B5EF4-FFF2-40B4-BE49-F238E27FC236}">
                <a16:creationId xmlns:a16="http://schemas.microsoft.com/office/drawing/2014/main" id="{8FDAF6CC-8CC8-484E-83FB-ED9149FEB7C9}"/>
              </a:ext>
            </a:extLst>
          </p:cNvPr>
          <p:cNvPicPr>
            <a:picLocks noChangeAspect="1"/>
          </p:cNvPicPr>
          <p:nvPr/>
        </p:nvPicPr>
        <p:blipFill>
          <a:blip r:embed="rId3"/>
          <a:stretch>
            <a:fillRect/>
          </a:stretch>
        </p:blipFill>
        <p:spPr>
          <a:xfrm>
            <a:off x="2129657" y="4697053"/>
            <a:ext cx="5174357" cy="1880217"/>
          </a:xfrm>
          <a:prstGeom prst="rect">
            <a:avLst/>
          </a:prstGeom>
        </p:spPr>
      </p:pic>
      <p:sp>
        <p:nvSpPr>
          <p:cNvPr id="2" name="Marcador de número de diapositiva 1">
            <a:extLst>
              <a:ext uri="{FF2B5EF4-FFF2-40B4-BE49-F238E27FC236}">
                <a16:creationId xmlns:a16="http://schemas.microsoft.com/office/drawing/2014/main" id="{56D2FCB1-F4F1-4CA6-9C77-B3142FF836CB}"/>
              </a:ext>
            </a:extLst>
          </p:cNvPr>
          <p:cNvSpPr>
            <a:spLocks noGrp="1"/>
          </p:cNvSpPr>
          <p:nvPr>
            <p:ph type="sldNum" sz="quarter" idx="4"/>
          </p:nvPr>
        </p:nvSpPr>
        <p:spPr/>
        <p:txBody>
          <a:bodyPr/>
          <a:lstStyle/>
          <a:p>
            <a:pPr rtl="0"/>
            <a:fld id="{B5CEABB6-07DC-46E8-9B57-56EC44A396E5}" type="slidenum">
              <a:rPr lang="es-ES" smtClean="0"/>
              <a:pPr rtl="0"/>
              <a:t>4</a:t>
            </a:fld>
            <a:endParaRPr lang="es-ES" dirty="0"/>
          </a:p>
        </p:txBody>
      </p:sp>
      <p:pic>
        <p:nvPicPr>
          <p:cNvPr id="7" name="Imagen 6">
            <a:extLst>
              <a:ext uri="{FF2B5EF4-FFF2-40B4-BE49-F238E27FC236}">
                <a16:creationId xmlns:a16="http://schemas.microsoft.com/office/drawing/2014/main" id="{A202F8A9-D9C6-4B26-BB4C-F8DAB51ABF26}"/>
              </a:ext>
            </a:extLst>
          </p:cNvPr>
          <p:cNvPicPr>
            <a:picLocks noChangeAspect="1"/>
          </p:cNvPicPr>
          <p:nvPr/>
        </p:nvPicPr>
        <p:blipFill>
          <a:blip r:embed="rId4"/>
          <a:stretch>
            <a:fillRect/>
          </a:stretch>
        </p:blipFill>
        <p:spPr>
          <a:xfrm>
            <a:off x="-7543" y="-25563"/>
            <a:ext cx="888053" cy="900000"/>
          </a:xfrm>
          <a:prstGeom prst="rect">
            <a:avLst/>
          </a:prstGeom>
        </p:spPr>
      </p:pic>
    </p:spTree>
    <p:extLst>
      <p:ext uri="{BB962C8B-B14F-4D97-AF65-F5344CB8AC3E}">
        <p14:creationId xmlns:p14="http://schemas.microsoft.com/office/powerpoint/2010/main" val="5420594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18E4F0B-A6EB-861C-1C34-CAA9BDE47858}"/>
              </a:ext>
            </a:extLst>
          </p:cNvPr>
          <p:cNvSpPr>
            <a:spLocks noGrp="1"/>
          </p:cNvSpPr>
          <p:nvPr>
            <p:ph type="title"/>
          </p:nvPr>
        </p:nvSpPr>
        <p:spPr/>
        <p:txBody>
          <a:bodyPr rtlCol="0"/>
          <a:lstStyle>
            <a:defPPr>
              <a:defRPr lang="es-ES"/>
            </a:defPPr>
          </a:lstStyle>
          <a:p>
            <a:pPr rtl="0"/>
            <a:r>
              <a:rPr lang="es-ES" sz="3200" dirty="0"/>
              <a:t>Ejemplo Programa en bloques</a:t>
            </a:r>
          </a:p>
        </p:txBody>
      </p:sp>
      <p:pic>
        <p:nvPicPr>
          <p:cNvPr id="4" name="Imagen 3">
            <a:extLst>
              <a:ext uri="{FF2B5EF4-FFF2-40B4-BE49-F238E27FC236}">
                <a16:creationId xmlns:a16="http://schemas.microsoft.com/office/drawing/2014/main" id="{DD27C0A0-32CE-420A-9682-9DD8D0DA54F2}"/>
              </a:ext>
            </a:extLst>
          </p:cNvPr>
          <p:cNvPicPr>
            <a:picLocks noChangeAspect="1"/>
          </p:cNvPicPr>
          <p:nvPr/>
        </p:nvPicPr>
        <p:blipFill>
          <a:blip r:embed="rId3"/>
          <a:stretch>
            <a:fillRect/>
          </a:stretch>
        </p:blipFill>
        <p:spPr>
          <a:xfrm>
            <a:off x="1159929" y="2011680"/>
            <a:ext cx="5563376" cy="3600953"/>
          </a:xfrm>
          <a:prstGeom prst="rect">
            <a:avLst/>
          </a:prstGeom>
        </p:spPr>
      </p:pic>
      <p:sp>
        <p:nvSpPr>
          <p:cNvPr id="6" name="CuadroTexto 5">
            <a:extLst>
              <a:ext uri="{FF2B5EF4-FFF2-40B4-BE49-F238E27FC236}">
                <a16:creationId xmlns:a16="http://schemas.microsoft.com/office/drawing/2014/main" id="{9D7FD994-05F7-4BD0-A50C-C3E5AA858EB8}"/>
              </a:ext>
            </a:extLst>
          </p:cNvPr>
          <p:cNvSpPr txBox="1"/>
          <p:nvPr/>
        </p:nvSpPr>
        <p:spPr>
          <a:xfrm>
            <a:off x="1378857" y="1582057"/>
            <a:ext cx="3686629" cy="369332"/>
          </a:xfrm>
          <a:prstGeom prst="rect">
            <a:avLst/>
          </a:prstGeom>
          <a:noFill/>
        </p:spPr>
        <p:txBody>
          <a:bodyPr wrap="square" rtlCol="0">
            <a:spAutoFit/>
          </a:bodyPr>
          <a:lstStyle/>
          <a:p>
            <a:r>
              <a:rPr lang="es-ES" dirty="0"/>
              <a:t>Movimientos del robot:</a:t>
            </a:r>
            <a:endParaRPr lang="es-MX" dirty="0"/>
          </a:p>
        </p:txBody>
      </p:sp>
      <p:pic>
        <p:nvPicPr>
          <p:cNvPr id="5" name="Imagen 4">
            <a:extLst>
              <a:ext uri="{FF2B5EF4-FFF2-40B4-BE49-F238E27FC236}">
                <a16:creationId xmlns:a16="http://schemas.microsoft.com/office/drawing/2014/main" id="{F249271D-B4B6-4BAD-B05C-FE45B324FF3D}"/>
              </a:ext>
            </a:extLst>
          </p:cNvPr>
          <p:cNvPicPr>
            <a:picLocks noChangeAspect="1"/>
          </p:cNvPicPr>
          <p:nvPr/>
        </p:nvPicPr>
        <p:blipFill>
          <a:blip r:embed="rId4"/>
          <a:stretch>
            <a:fillRect/>
          </a:stretch>
        </p:blipFill>
        <p:spPr>
          <a:xfrm>
            <a:off x="-7543" y="-25563"/>
            <a:ext cx="888053" cy="900000"/>
          </a:xfrm>
          <a:prstGeom prst="rect">
            <a:avLst/>
          </a:prstGeom>
        </p:spPr>
      </p:pic>
    </p:spTree>
    <p:extLst>
      <p:ext uri="{BB962C8B-B14F-4D97-AF65-F5344CB8AC3E}">
        <p14:creationId xmlns:p14="http://schemas.microsoft.com/office/powerpoint/2010/main" val="4120006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5440D96-BFFB-05BD-30ED-0352500CD058}"/>
              </a:ext>
            </a:extLst>
          </p:cNvPr>
          <p:cNvSpPr>
            <a:spLocks noGrp="1"/>
          </p:cNvSpPr>
          <p:nvPr>
            <p:ph type="title"/>
          </p:nvPr>
        </p:nvSpPr>
        <p:spPr>
          <a:xfrm>
            <a:off x="6096000" y="2945804"/>
            <a:ext cx="5674360" cy="3200400"/>
          </a:xfrm>
        </p:spPr>
        <p:txBody>
          <a:bodyPr rtlCol="0">
            <a:normAutofit fontScale="90000"/>
          </a:bodyPr>
          <a:lstStyle>
            <a:defPPr>
              <a:defRPr lang="es-ES"/>
            </a:defPPr>
          </a:lstStyle>
          <a:p>
            <a:pPr rtl="0"/>
            <a:r>
              <a:rPr lang="es-ES" b="0" i="0" dirty="0">
                <a:effectLst/>
                <a:latin typeface="Roboto" panose="020B0604020202020204" pitchFamily="2" charset="0"/>
              </a:rPr>
              <a:t>Lectura y escritura de datos de registro Modbus</a:t>
            </a:r>
            <a:br>
              <a:rPr lang="es-ES" dirty="0"/>
            </a:br>
            <a:r>
              <a:rPr lang="es-ES" dirty="0"/>
              <a:t>	</a:t>
            </a:r>
          </a:p>
        </p:txBody>
      </p:sp>
      <p:pic>
        <p:nvPicPr>
          <p:cNvPr id="3" name="Imagen 2">
            <a:extLst>
              <a:ext uri="{FF2B5EF4-FFF2-40B4-BE49-F238E27FC236}">
                <a16:creationId xmlns:a16="http://schemas.microsoft.com/office/drawing/2014/main" id="{AA5B77ED-7EB8-438F-98C0-EDBDFCBAE89C}"/>
              </a:ext>
            </a:extLst>
          </p:cNvPr>
          <p:cNvPicPr>
            <a:picLocks noChangeAspect="1"/>
          </p:cNvPicPr>
          <p:nvPr/>
        </p:nvPicPr>
        <p:blipFill>
          <a:blip r:embed="rId3"/>
          <a:stretch>
            <a:fillRect/>
          </a:stretch>
        </p:blipFill>
        <p:spPr>
          <a:xfrm>
            <a:off x="10412472" y="0"/>
            <a:ext cx="1799848" cy="1824232"/>
          </a:xfrm>
          <a:prstGeom prst="rect">
            <a:avLst/>
          </a:prstGeom>
        </p:spPr>
      </p:pic>
    </p:spTree>
    <p:extLst>
      <p:ext uri="{BB962C8B-B14F-4D97-AF65-F5344CB8AC3E}">
        <p14:creationId xmlns:p14="http://schemas.microsoft.com/office/powerpoint/2010/main" val="35436043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5">
            <a:extLst>
              <a:ext uri="{FF2B5EF4-FFF2-40B4-BE49-F238E27FC236}">
                <a16:creationId xmlns:a16="http://schemas.microsoft.com/office/drawing/2014/main" id="{5EABD398-5ECB-416F-9B8C-D115D0447ECB}"/>
              </a:ext>
            </a:extLst>
          </p:cNvPr>
          <p:cNvSpPr>
            <a:spLocks noGrp="1"/>
          </p:cNvSpPr>
          <p:nvPr>
            <p:ph type="title"/>
          </p:nvPr>
        </p:nvSpPr>
        <p:spPr/>
        <p:txBody>
          <a:bodyPr/>
          <a:lstStyle/>
          <a:p>
            <a:r>
              <a:rPr lang="es-ES" dirty="0"/>
              <a:t>¿Qué es el modbus?</a:t>
            </a:r>
            <a:endParaRPr lang="es-MX" dirty="0"/>
          </a:p>
        </p:txBody>
      </p:sp>
      <p:sp>
        <p:nvSpPr>
          <p:cNvPr id="7" name="Marcador de contenido 6">
            <a:extLst>
              <a:ext uri="{FF2B5EF4-FFF2-40B4-BE49-F238E27FC236}">
                <a16:creationId xmlns:a16="http://schemas.microsoft.com/office/drawing/2014/main" id="{FCDFEE7D-8337-438F-80B6-447494CAF086}"/>
              </a:ext>
            </a:extLst>
          </p:cNvPr>
          <p:cNvSpPr>
            <a:spLocks noGrp="1"/>
          </p:cNvSpPr>
          <p:nvPr>
            <p:ph sz="quarter" idx="10"/>
          </p:nvPr>
        </p:nvSpPr>
        <p:spPr>
          <a:xfrm>
            <a:off x="914399" y="2011363"/>
            <a:ext cx="7852230" cy="4846637"/>
          </a:xfrm>
        </p:spPr>
        <p:txBody>
          <a:bodyPr/>
          <a:lstStyle/>
          <a:p>
            <a:r>
              <a:rPr lang="es-ES" sz="2400" b="1" dirty="0"/>
              <a:t>Modbus en un Dobot MG400</a:t>
            </a:r>
            <a:r>
              <a:rPr lang="es-ES" sz="2400" dirty="0"/>
              <a:t> es un protocolo de comunicación que permite al robot interactuar con otros dispositivos industriales, como PLCs (controladores lógicos programables), sensores, o sistemas SCADA. Es una forma estandarizada y eficiente de enviar y recibir datos entre el Dobot y otros equipos, facilitando la integración en entornos de automatización industrial.</a:t>
            </a:r>
          </a:p>
          <a:p>
            <a:endParaRPr lang="es-MX" dirty="0"/>
          </a:p>
        </p:txBody>
      </p:sp>
      <p:sp>
        <p:nvSpPr>
          <p:cNvPr id="5" name="Marcador de número de diapositiva 4">
            <a:extLst>
              <a:ext uri="{FF2B5EF4-FFF2-40B4-BE49-F238E27FC236}">
                <a16:creationId xmlns:a16="http://schemas.microsoft.com/office/drawing/2014/main" id="{D2E59953-2788-453C-934E-A4F23C7D260C}"/>
              </a:ext>
            </a:extLst>
          </p:cNvPr>
          <p:cNvSpPr>
            <a:spLocks noGrp="1"/>
          </p:cNvSpPr>
          <p:nvPr>
            <p:ph type="sldNum" sz="quarter" idx="4"/>
          </p:nvPr>
        </p:nvSpPr>
        <p:spPr/>
        <p:txBody>
          <a:bodyPr/>
          <a:lstStyle/>
          <a:p>
            <a:pPr rtl="0"/>
            <a:fld id="{B5CEABB6-07DC-46E8-9B57-56EC44A396E5}" type="slidenum">
              <a:rPr lang="es-ES" smtClean="0"/>
              <a:pPr rtl="0"/>
              <a:t>7</a:t>
            </a:fld>
            <a:endParaRPr lang="es-ES" dirty="0"/>
          </a:p>
        </p:txBody>
      </p:sp>
      <p:pic>
        <p:nvPicPr>
          <p:cNvPr id="8" name="Imagen 7">
            <a:extLst>
              <a:ext uri="{FF2B5EF4-FFF2-40B4-BE49-F238E27FC236}">
                <a16:creationId xmlns:a16="http://schemas.microsoft.com/office/drawing/2014/main" id="{AF18EC30-08E8-4D04-A4CA-3B53F62FB5F3}"/>
              </a:ext>
            </a:extLst>
          </p:cNvPr>
          <p:cNvPicPr>
            <a:picLocks noChangeAspect="1"/>
          </p:cNvPicPr>
          <p:nvPr/>
        </p:nvPicPr>
        <p:blipFill>
          <a:blip r:embed="rId2"/>
          <a:stretch>
            <a:fillRect/>
          </a:stretch>
        </p:blipFill>
        <p:spPr>
          <a:xfrm>
            <a:off x="-7543" y="-25563"/>
            <a:ext cx="888053" cy="900000"/>
          </a:xfrm>
          <a:prstGeom prst="rect">
            <a:avLst/>
          </a:prstGeom>
        </p:spPr>
      </p:pic>
    </p:spTree>
    <p:extLst>
      <p:ext uri="{BB962C8B-B14F-4D97-AF65-F5344CB8AC3E}">
        <p14:creationId xmlns:p14="http://schemas.microsoft.com/office/powerpoint/2010/main" val="18747727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DBDB0AE-5ADD-1975-6BDD-38608925072A}"/>
              </a:ext>
            </a:extLst>
          </p:cNvPr>
          <p:cNvSpPr>
            <a:spLocks noGrp="1"/>
          </p:cNvSpPr>
          <p:nvPr>
            <p:ph type="title"/>
          </p:nvPr>
        </p:nvSpPr>
        <p:spPr>
          <a:xfrm>
            <a:off x="914398" y="365125"/>
            <a:ext cx="10439401" cy="1617017"/>
          </a:xfrm>
        </p:spPr>
        <p:txBody>
          <a:bodyPr rtlCol="0"/>
          <a:lstStyle>
            <a:defPPr>
              <a:defRPr lang="es-ES"/>
            </a:defPPr>
          </a:lstStyle>
          <a:p>
            <a:pPr rtl="0"/>
            <a:r>
              <a:rPr lang="es-ES" dirty="0"/>
              <a:t>Ejemplo</a:t>
            </a:r>
          </a:p>
        </p:txBody>
      </p:sp>
      <p:sp>
        <p:nvSpPr>
          <p:cNvPr id="4" name="Marcador de contenido 3">
            <a:extLst>
              <a:ext uri="{FF2B5EF4-FFF2-40B4-BE49-F238E27FC236}">
                <a16:creationId xmlns:a16="http://schemas.microsoft.com/office/drawing/2014/main" id="{701C2F4A-ABC8-39B2-B7BB-36C02B7A4540}"/>
              </a:ext>
            </a:extLst>
          </p:cNvPr>
          <p:cNvSpPr>
            <a:spLocks noGrp="1"/>
          </p:cNvSpPr>
          <p:nvPr>
            <p:ph sz="quarter" idx="11"/>
          </p:nvPr>
        </p:nvSpPr>
        <p:spPr>
          <a:xfrm>
            <a:off x="4602310" y="2018120"/>
            <a:ext cx="6675291" cy="3747180"/>
          </a:xfrm>
        </p:spPr>
        <p:txBody>
          <a:bodyPr rtlCol="0"/>
          <a:lstStyle>
            <a:defPPr>
              <a:defRPr lang="es-ES"/>
            </a:defPPr>
          </a:lstStyle>
          <a:p>
            <a:pPr rtl="0"/>
            <a:r>
              <a:rPr lang="es-ES" dirty="0"/>
              <a:t>Programación en bloques:</a:t>
            </a:r>
          </a:p>
          <a:p>
            <a:pPr marL="0" indent="0" rtl="0">
              <a:buNone/>
            </a:pPr>
            <a:endParaRPr lang="es-ES" dirty="0"/>
          </a:p>
        </p:txBody>
      </p:sp>
      <p:sp>
        <p:nvSpPr>
          <p:cNvPr id="7" name="Marcador de contenido 6">
            <a:extLst>
              <a:ext uri="{FF2B5EF4-FFF2-40B4-BE49-F238E27FC236}">
                <a16:creationId xmlns:a16="http://schemas.microsoft.com/office/drawing/2014/main" id="{D6D31C39-2A0F-416B-809A-372C7DA8301F}"/>
              </a:ext>
            </a:extLst>
          </p:cNvPr>
          <p:cNvSpPr>
            <a:spLocks noGrp="1"/>
          </p:cNvSpPr>
          <p:nvPr>
            <p:ph sz="quarter" idx="10"/>
          </p:nvPr>
        </p:nvSpPr>
        <p:spPr/>
        <p:txBody>
          <a:bodyPr/>
          <a:lstStyle/>
          <a:p>
            <a:pPr marL="0" indent="0">
              <a:buNone/>
            </a:pPr>
            <a:r>
              <a:rPr lang="es-ES" dirty="0"/>
              <a:t>Un PLC puede enviar una señal al Dobot MG400 mediante Modbus para que inicie una secuencia de movimiento. Si el valor es 1, el robot se moverá a la posición P1.</a:t>
            </a:r>
          </a:p>
          <a:p>
            <a:pPr marL="0" indent="0">
              <a:buNone/>
            </a:pPr>
            <a:endParaRPr lang="es-MX" dirty="0"/>
          </a:p>
        </p:txBody>
      </p:sp>
      <p:pic>
        <p:nvPicPr>
          <p:cNvPr id="5" name="Imagen 4">
            <a:extLst>
              <a:ext uri="{FF2B5EF4-FFF2-40B4-BE49-F238E27FC236}">
                <a16:creationId xmlns:a16="http://schemas.microsoft.com/office/drawing/2014/main" id="{FA8CBFF5-0C4C-4678-AE03-4D744A685BD7}"/>
              </a:ext>
            </a:extLst>
          </p:cNvPr>
          <p:cNvPicPr>
            <a:picLocks noChangeAspect="1"/>
          </p:cNvPicPr>
          <p:nvPr/>
        </p:nvPicPr>
        <p:blipFill>
          <a:blip r:embed="rId3"/>
          <a:stretch>
            <a:fillRect/>
          </a:stretch>
        </p:blipFill>
        <p:spPr>
          <a:xfrm>
            <a:off x="4775754" y="3058829"/>
            <a:ext cx="4020111" cy="2857899"/>
          </a:xfrm>
          <a:prstGeom prst="rect">
            <a:avLst/>
          </a:prstGeom>
        </p:spPr>
      </p:pic>
      <p:sp>
        <p:nvSpPr>
          <p:cNvPr id="3" name="Marcador de número de diapositiva 2">
            <a:extLst>
              <a:ext uri="{FF2B5EF4-FFF2-40B4-BE49-F238E27FC236}">
                <a16:creationId xmlns:a16="http://schemas.microsoft.com/office/drawing/2014/main" id="{6FC19D01-435F-45DC-B51D-E896F179240B}"/>
              </a:ext>
            </a:extLst>
          </p:cNvPr>
          <p:cNvSpPr>
            <a:spLocks noGrp="1"/>
          </p:cNvSpPr>
          <p:nvPr>
            <p:ph type="sldNum" sz="quarter" idx="4"/>
          </p:nvPr>
        </p:nvSpPr>
        <p:spPr/>
        <p:txBody>
          <a:bodyPr/>
          <a:lstStyle/>
          <a:p>
            <a:pPr rtl="0"/>
            <a:fld id="{B5CEABB6-07DC-46E8-9B57-56EC44A396E5}" type="slidenum">
              <a:rPr lang="es-ES" smtClean="0"/>
              <a:pPr rtl="0"/>
              <a:t>8</a:t>
            </a:fld>
            <a:endParaRPr lang="es-ES" dirty="0"/>
          </a:p>
        </p:txBody>
      </p:sp>
      <p:pic>
        <p:nvPicPr>
          <p:cNvPr id="8" name="Imagen 7">
            <a:extLst>
              <a:ext uri="{FF2B5EF4-FFF2-40B4-BE49-F238E27FC236}">
                <a16:creationId xmlns:a16="http://schemas.microsoft.com/office/drawing/2014/main" id="{DC585B24-D1EA-4573-9EBA-449D8AEDD331}"/>
              </a:ext>
            </a:extLst>
          </p:cNvPr>
          <p:cNvPicPr>
            <a:picLocks noChangeAspect="1"/>
          </p:cNvPicPr>
          <p:nvPr/>
        </p:nvPicPr>
        <p:blipFill>
          <a:blip r:embed="rId4"/>
          <a:stretch>
            <a:fillRect/>
          </a:stretch>
        </p:blipFill>
        <p:spPr>
          <a:xfrm>
            <a:off x="-7543" y="-25563"/>
            <a:ext cx="888053" cy="900000"/>
          </a:xfrm>
          <a:prstGeom prst="rect">
            <a:avLst/>
          </a:prstGeom>
        </p:spPr>
      </p:pic>
    </p:spTree>
    <p:extLst>
      <p:ext uri="{BB962C8B-B14F-4D97-AF65-F5344CB8AC3E}">
        <p14:creationId xmlns:p14="http://schemas.microsoft.com/office/powerpoint/2010/main" val="5696996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4386DBB-D0DC-05D4-788C-E10EEF6B4A91}"/>
              </a:ext>
            </a:extLst>
          </p:cNvPr>
          <p:cNvSpPr>
            <a:spLocks noGrp="1"/>
          </p:cNvSpPr>
          <p:nvPr>
            <p:ph type="title"/>
          </p:nvPr>
        </p:nvSpPr>
        <p:spPr>
          <a:xfrm>
            <a:off x="891990" y="434225"/>
            <a:ext cx="9524998" cy="1499627"/>
          </a:xfrm>
        </p:spPr>
        <p:txBody>
          <a:bodyPr rtlCol="0"/>
          <a:lstStyle>
            <a:defPPr>
              <a:defRPr lang="es-ES"/>
            </a:defPPr>
          </a:lstStyle>
          <a:p>
            <a:pPr rtl="0"/>
            <a:r>
              <a:rPr lang="es-ES" dirty="0"/>
              <a:t>Modbus Paso a paso</a:t>
            </a:r>
          </a:p>
        </p:txBody>
      </p:sp>
      <p:sp>
        <p:nvSpPr>
          <p:cNvPr id="3" name="Marcador de contenido 2">
            <a:extLst>
              <a:ext uri="{FF2B5EF4-FFF2-40B4-BE49-F238E27FC236}">
                <a16:creationId xmlns:a16="http://schemas.microsoft.com/office/drawing/2014/main" id="{F0E41F64-E350-1F21-8A57-E740F48F3132}"/>
              </a:ext>
            </a:extLst>
          </p:cNvPr>
          <p:cNvSpPr>
            <a:spLocks noGrp="1"/>
          </p:cNvSpPr>
          <p:nvPr>
            <p:ph sz="quarter" idx="10"/>
          </p:nvPr>
        </p:nvSpPr>
        <p:spPr>
          <a:xfrm>
            <a:off x="914398" y="2022250"/>
            <a:ext cx="7508839" cy="4927190"/>
          </a:xfrm>
        </p:spPr>
        <p:txBody>
          <a:bodyPr rtlCol="0">
            <a:normAutofit fontScale="62500" lnSpcReduction="20000"/>
          </a:bodyPr>
          <a:lstStyle>
            <a:defPPr>
              <a:defRPr lang="es-ES"/>
            </a:defPPr>
          </a:lstStyle>
          <a:p>
            <a:pPr>
              <a:buFont typeface="+mj-lt"/>
              <a:buAutoNum type="arabicPeriod"/>
            </a:pPr>
            <a:r>
              <a:rPr lang="es-ES" sz="2800" b="1" dirty="0"/>
              <a:t>Crear la estación maestra:</a:t>
            </a:r>
            <a:r>
              <a:rPr lang="es-ES" sz="2800" dirty="0"/>
              <a:t> Configure la dirección IP apuntando hacia el dispositivo esclavo. Establezca el puerto y el ID utilizando los valores predeterminados. En esta demostración, la IP corresponde a la del robot, ya que se emplea su módulo esclavo para una verificación rápida.</a:t>
            </a:r>
          </a:p>
          <a:p>
            <a:pPr>
              <a:buFont typeface="+mj-lt"/>
              <a:buAutoNum type="arabicPeriod"/>
            </a:pPr>
            <a:r>
              <a:rPr lang="es-ES" sz="2800" b="1" dirty="0"/>
              <a:t>Verificar la creación de la estación maestra:</a:t>
            </a:r>
            <a:r>
              <a:rPr lang="es-ES" sz="2800" dirty="0"/>
              <a:t> Asegúrese de que la estación maestra se haya creado correctamente. Solo si esta operación tiene éxito se ejecutarán los pasos siguientes; de lo contrario, el programa se detendrá inmediatamente.</a:t>
            </a:r>
          </a:p>
          <a:p>
            <a:pPr>
              <a:buFont typeface="+mj-lt"/>
              <a:buAutoNum type="arabicPeriod"/>
            </a:pPr>
            <a:r>
              <a:rPr lang="es-ES" sz="2800" b="1" dirty="0"/>
              <a:t>Restablecer el registro de bobina 0:</a:t>
            </a:r>
            <a:r>
              <a:rPr lang="es-ES" sz="2800" dirty="0"/>
              <a:t> Si el valor del registro de bobina 0 del robot ha sido modificado, podría interferir con el funcionamiento del programa. Por lo tanto, primero es necesario establecer su valor en 0.</a:t>
            </a:r>
          </a:p>
          <a:p>
            <a:pPr>
              <a:buFont typeface="+mj-lt"/>
              <a:buAutoNum type="arabicPeriod"/>
            </a:pPr>
            <a:r>
              <a:rPr lang="es-ES" sz="2800" b="1" dirty="0"/>
              <a:t>Esperar el cambio del valor del registro de bobina 0:</a:t>
            </a:r>
            <a:r>
              <a:rPr lang="es-ES" sz="2800" dirty="0"/>
              <a:t> El programa debe esperar hasta que el valor del registro de bobina 0 cambie a 1.</a:t>
            </a:r>
          </a:p>
          <a:p>
            <a:pPr>
              <a:buFont typeface="+mj-lt"/>
              <a:buAutoNum type="arabicPeriod"/>
            </a:pPr>
            <a:r>
              <a:rPr lang="es-ES" sz="2800" b="1" dirty="0"/>
              <a:t>Mover el robot:</a:t>
            </a:r>
            <a:r>
              <a:rPr lang="es-ES" sz="2800" dirty="0"/>
              <a:t> Controle el robot para que se desplace al punto P1, el cual ha sido definido previamente por el usuario.</a:t>
            </a:r>
          </a:p>
          <a:p>
            <a:pPr>
              <a:buFont typeface="+mj-lt"/>
              <a:buAutoNum type="arabicPeriod"/>
            </a:pPr>
            <a:r>
              <a:rPr lang="es-ES" sz="2800" b="1" dirty="0"/>
              <a:t>Cerrar la estación maestra:</a:t>
            </a:r>
            <a:r>
              <a:rPr lang="es-ES" sz="2800" dirty="0"/>
              <a:t> Una vez completadas las operaciones, cierre la estación maestra.</a:t>
            </a:r>
          </a:p>
        </p:txBody>
      </p:sp>
      <p:sp>
        <p:nvSpPr>
          <p:cNvPr id="4" name="Marcador de número de diapositiva 3">
            <a:extLst>
              <a:ext uri="{FF2B5EF4-FFF2-40B4-BE49-F238E27FC236}">
                <a16:creationId xmlns:a16="http://schemas.microsoft.com/office/drawing/2014/main" id="{EA129FF0-42BA-4928-8098-F133EED0C172}"/>
              </a:ext>
            </a:extLst>
          </p:cNvPr>
          <p:cNvSpPr>
            <a:spLocks noGrp="1"/>
          </p:cNvSpPr>
          <p:nvPr>
            <p:ph type="sldNum" sz="quarter" idx="4"/>
          </p:nvPr>
        </p:nvSpPr>
        <p:spPr/>
        <p:txBody>
          <a:bodyPr/>
          <a:lstStyle/>
          <a:p>
            <a:pPr rtl="0"/>
            <a:fld id="{B5CEABB6-07DC-46E8-9B57-56EC44A396E5}" type="slidenum">
              <a:rPr lang="es-ES" smtClean="0"/>
              <a:pPr rtl="0"/>
              <a:t>9</a:t>
            </a:fld>
            <a:endParaRPr lang="es-ES" dirty="0"/>
          </a:p>
        </p:txBody>
      </p:sp>
      <p:pic>
        <p:nvPicPr>
          <p:cNvPr id="5" name="Imagen 4">
            <a:extLst>
              <a:ext uri="{FF2B5EF4-FFF2-40B4-BE49-F238E27FC236}">
                <a16:creationId xmlns:a16="http://schemas.microsoft.com/office/drawing/2014/main" id="{E49360FC-2A9F-40ED-BE53-D91328A5F11A}"/>
              </a:ext>
            </a:extLst>
          </p:cNvPr>
          <p:cNvPicPr>
            <a:picLocks noChangeAspect="1"/>
          </p:cNvPicPr>
          <p:nvPr/>
        </p:nvPicPr>
        <p:blipFill>
          <a:blip r:embed="rId3"/>
          <a:stretch>
            <a:fillRect/>
          </a:stretch>
        </p:blipFill>
        <p:spPr>
          <a:xfrm>
            <a:off x="-7543" y="-25563"/>
            <a:ext cx="888053" cy="900000"/>
          </a:xfrm>
          <a:prstGeom prst="rect">
            <a:avLst/>
          </a:prstGeom>
        </p:spPr>
      </p:pic>
    </p:spTree>
    <p:extLst>
      <p:ext uri="{BB962C8B-B14F-4D97-AF65-F5344CB8AC3E}">
        <p14:creationId xmlns:p14="http://schemas.microsoft.com/office/powerpoint/2010/main" val="23984060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5">
            <a:extLst>
              <a:ext uri="{FF2B5EF4-FFF2-40B4-BE49-F238E27FC236}">
                <a16:creationId xmlns:a16="http://schemas.microsoft.com/office/drawing/2014/main" id="{98DA468B-0B9A-44AC-8C3C-E33A38043783}"/>
              </a:ext>
            </a:extLst>
          </p:cNvPr>
          <p:cNvSpPr>
            <a:spLocks noGrp="1"/>
          </p:cNvSpPr>
          <p:nvPr>
            <p:ph type="title"/>
          </p:nvPr>
        </p:nvSpPr>
        <p:spPr/>
        <p:txBody>
          <a:bodyPr/>
          <a:lstStyle/>
          <a:p>
            <a:r>
              <a:rPr lang="es-MX" b="0" i="0" dirty="0">
                <a:effectLst/>
                <a:latin typeface="Roboto" panose="02000000000000000000" pitchFamily="2" charset="0"/>
              </a:rPr>
              <a:t>Paletizar</a:t>
            </a:r>
            <a:endParaRPr lang="es-MX" dirty="0"/>
          </a:p>
        </p:txBody>
      </p:sp>
      <p:pic>
        <p:nvPicPr>
          <p:cNvPr id="3" name="Imagen 2">
            <a:extLst>
              <a:ext uri="{FF2B5EF4-FFF2-40B4-BE49-F238E27FC236}">
                <a16:creationId xmlns:a16="http://schemas.microsoft.com/office/drawing/2014/main" id="{50C16636-DB6A-49F2-9414-A82F92BAC815}"/>
              </a:ext>
            </a:extLst>
          </p:cNvPr>
          <p:cNvPicPr>
            <a:picLocks noChangeAspect="1"/>
          </p:cNvPicPr>
          <p:nvPr/>
        </p:nvPicPr>
        <p:blipFill>
          <a:blip r:embed="rId2"/>
          <a:stretch>
            <a:fillRect/>
          </a:stretch>
        </p:blipFill>
        <p:spPr>
          <a:xfrm>
            <a:off x="10412472" y="0"/>
            <a:ext cx="1799848" cy="1824232"/>
          </a:xfrm>
          <a:prstGeom prst="rect">
            <a:avLst/>
          </a:prstGeom>
        </p:spPr>
      </p:pic>
    </p:spTree>
    <p:extLst>
      <p:ext uri="{BB962C8B-B14F-4D97-AF65-F5344CB8AC3E}">
        <p14:creationId xmlns:p14="http://schemas.microsoft.com/office/powerpoint/2010/main" val="3101974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4">
            <a:extLst>
              <a:ext uri="{FF2B5EF4-FFF2-40B4-BE49-F238E27FC236}">
                <a16:creationId xmlns:a16="http://schemas.microsoft.com/office/drawing/2014/main" id="{7719B6B0-8E97-4796-88C0-E202F91E0E02}"/>
              </a:ext>
            </a:extLst>
          </p:cNvPr>
          <p:cNvSpPr>
            <a:spLocks noGrp="1"/>
          </p:cNvSpPr>
          <p:nvPr>
            <p:ph type="title"/>
          </p:nvPr>
        </p:nvSpPr>
        <p:spPr/>
        <p:txBody>
          <a:bodyPr/>
          <a:lstStyle/>
          <a:p>
            <a:r>
              <a:rPr lang="es-ES" dirty="0"/>
              <a:t>¿Qué es el paletizado</a:t>
            </a:r>
            <a:endParaRPr lang="es-MX" dirty="0"/>
          </a:p>
        </p:txBody>
      </p:sp>
      <p:sp>
        <p:nvSpPr>
          <p:cNvPr id="6" name="Marcador de contenido 5">
            <a:extLst>
              <a:ext uri="{FF2B5EF4-FFF2-40B4-BE49-F238E27FC236}">
                <a16:creationId xmlns:a16="http://schemas.microsoft.com/office/drawing/2014/main" id="{692852DF-4FF7-4168-80E2-E6C2EF99C7DC}"/>
              </a:ext>
            </a:extLst>
          </p:cNvPr>
          <p:cNvSpPr>
            <a:spLocks noGrp="1"/>
          </p:cNvSpPr>
          <p:nvPr>
            <p:ph sz="quarter" idx="10"/>
          </p:nvPr>
        </p:nvSpPr>
        <p:spPr/>
        <p:txBody>
          <a:bodyPr>
            <a:normAutofit/>
          </a:bodyPr>
          <a:lstStyle/>
          <a:p>
            <a:r>
              <a:rPr lang="es-ES" sz="2400" dirty="0"/>
              <a:t>El proceso de paletizado permite resolver diversos problemas, especialmente en situaciones donde los materiales a transportar están dispuestos de forma regular y uniformemente espaciados. En estos casos, enseñar al robot cada posición de manera individual puede resultar ineficiente y propenso a errores</a:t>
            </a:r>
          </a:p>
        </p:txBody>
      </p:sp>
      <p:pic>
        <p:nvPicPr>
          <p:cNvPr id="9" name="Marcador de contenido 8">
            <a:extLst>
              <a:ext uri="{FF2B5EF4-FFF2-40B4-BE49-F238E27FC236}">
                <a16:creationId xmlns:a16="http://schemas.microsoft.com/office/drawing/2014/main" id="{D1B561BD-1A80-4A87-8D9A-CDA5C41D02C4}"/>
              </a:ext>
            </a:extLst>
          </p:cNvPr>
          <p:cNvPicPr>
            <a:picLocks noGrp="1" noChangeAspect="1"/>
          </p:cNvPicPr>
          <p:nvPr>
            <p:ph sz="quarter" idx="11"/>
          </p:nvPr>
        </p:nvPicPr>
        <p:blipFill>
          <a:blip r:embed="rId2"/>
          <a:stretch>
            <a:fillRect/>
          </a:stretch>
        </p:blipFill>
        <p:spPr>
          <a:xfrm>
            <a:off x="6993096" y="2717165"/>
            <a:ext cx="3576320" cy="2357120"/>
          </a:xfrm>
        </p:spPr>
      </p:pic>
      <p:sp>
        <p:nvSpPr>
          <p:cNvPr id="2" name="Marcador de número de diapositiva 1">
            <a:extLst>
              <a:ext uri="{FF2B5EF4-FFF2-40B4-BE49-F238E27FC236}">
                <a16:creationId xmlns:a16="http://schemas.microsoft.com/office/drawing/2014/main" id="{5B333A8F-5B67-4DED-8402-D1CC0CFD0AE9}"/>
              </a:ext>
            </a:extLst>
          </p:cNvPr>
          <p:cNvSpPr>
            <a:spLocks noGrp="1"/>
          </p:cNvSpPr>
          <p:nvPr>
            <p:ph type="sldNum" sz="quarter" idx="4"/>
          </p:nvPr>
        </p:nvSpPr>
        <p:spPr/>
        <p:txBody>
          <a:bodyPr/>
          <a:lstStyle/>
          <a:p>
            <a:pPr rtl="0"/>
            <a:fld id="{B5CEABB6-07DC-46E8-9B57-56EC44A396E5}" type="slidenum">
              <a:rPr lang="es-ES" smtClean="0"/>
              <a:pPr rtl="0"/>
              <a:t>11</a:t>
            </a:fld>
            <a:endParaRPr lang="es-ES" dirty="0"/>
          </a:p>
        </p:txBody>
      </p:sp>
      <p:pic>
        <p:nvPicPr>
          <p:cNvPr id="7" name="Imagen 6">
            <a:extLst>
              <a:ext uri="{FF2B5EF4-FFF2-40B4-BE49-F238E27FC236}">
                <a16:creationId xmlns:a16="http://schemas.microsoft.com/office/drawing/2014/main" id="{0F80D50D-5FE1-493F-AA25-2C71BF7F76FE}"/>
              </a:ext>
            </a:extLst>
          </p:cNvPr>
          <p:cNvPicPr>
            <a:picLocks noChangeAspect="1"/>
          </p:cNvPicPr>
          <p:nvPr/>
        </p:nvPicPr>
        <p:blipFill>
          <a:blip r:embed="rId3"/>
          <a:stretch>
            <a:fillRect/>
          </a:stretch>
        </p:blipFill>
        <p:spPr>
          <a:xfrm>
            <a:off x="-7543" y="-25563"/>
            <a:ext cx="888053" cy="900000"/>
          </a:xfrm>
          <a:prstGeom prst="rect">
            <a:avLst/>
          </a:prstGeom>
        </p:spPr>
      </p:pic>
    </p:spTree>
    <p:extLst>
      <p:ext uri="{BB962C8B-B14F-4D97-AF65-F5344CB8AC3E}">
        <p14:creationId xmlns:p14="http://schemas.microsoft.com/office/powerpoint/2010/main" val="32385917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4">
            <a:extLst>
              <a:ext uri="{FF2B5EF4-FFF2-40B4-BE49-F238E27FC236}">
                <a16:creationId xmlns:a16="http://schemas.microsoft.com/office/drawing/2014/main" id="{7719B6B0-8E97-4796-88C0-E202F91E0E02}"/>
              </a:ext>
            </a:extLst>
          </p:cNvPr>
          <p:cNvSpPr>
            <a:spLocks noGrp="1"/>
          </p:cNvSpPr>
          <p:nvPr>
            <p:ph type="title"/>
          </p:nvPr>
        </p:nvSpPr>
        <p:spPr/>
        <p:txBody>
          <a:bodyPr/>
          <a:lstStyle/>
          <a:p>
            <a:r>
              <a:rPr lang="es-ES" dirty="0"/>
              <a:t>Ejemplo de paletizado</a:t>
            </a:r>
            <a:endParaRPr lang="es-MX" dirty="0"/>
          </a:p>
        </p:txBody>
      </p:sp>
      <p:sp>
        <p:nvSpPr>
          <p:cNvPr id="6" name="Marcador de contenido 5">
            <a:extLst>
              <a:ext uri="{FF2B5EF4-FFF2-40B4-BE49-F238E27FC236}">
                <a16:creationId xmlns:a16="http://schemas.microsoft.com/office/drawing/2014/main" id="{692852DF-4FF7-4168-80E2-E6C2EF99C7DC}"/>
              </a:ext>
            </a:extLst>
          </p:cNvPr>
          <p:cNvSpPr>
            <a:spLocks noGrp="1"/>
          </p:cNvSpPr>
          <p:nvPr>
            <p:ph sz="quarter" idx="10"/>
          </p:nvPr>
        </p:nvSpPr>
        <p:spPr/>
        <p:txBody>
          <a:bodyPr>
            <a:normAutofit/>
          </a:bodyPr>
          <a:lstStyle/>
          <a:p>
            <a:r>
              <a:rPr lang="es-ES" sz="2400" dirty="0"/>
              <a:t>Si el objetivo es apilar el material en forma de un cubo, sería necesario definir manualmente cada una de las posiciones de la pila de destino, lo que puede ser una tarea tediosa y poco práctica. El uso de funciones de paletizado automatizado simplifica este proceso, mejora la precisión y aumenta considerablemente la eficiencia operativa.</a:t>
            </a:r>
          </a:p>
        </p:txBody>
      </p:sp>
      <p:pic>
        <p:nvPicPr>
          <p:cNvPr id="9" name="Marcador de contenido 8">
            <a:extLst>
              <a:ext uri="{FF2B5EF4-FFF2-40B4-BE49-F238E27FC236}">
                <a16:creationId xmlns:a16="http://schemas.microsoft.com/office/drawing/2014/main" id="{D1B561BD-1A80-4A87-8D9A-CDA5C41D02C4}"/>
              </a:ext>
            </a:extLst>
          </p:cNvPr>
          <p:cNvPicPr>
            <a:picLocks noGrp="1" noChangeAspect="1"/>
          </p:cNvPicPr>
          <p:nvPr>
            <p:ph sz="quarter" idx="11"/>
          </p:nvPr>
        </p:nvPicPr>
        <p:blipFill>
          <a:blip r:embed="rId2"/>
          <a:stretch>
            <a:fillRect/>
          </a:stretch>
        </p:blipFill>
        <p:spPr>
          <a:xfrm>
            <a:off x="6993096" y="2717165"/>
            <a:ext cx="3576320" cy="2357120"/>
          </a:xfrm>
        </p:spPr>
      </p:pic>
      <p:sp>
        <p:nvSpPr>
          <p:cNvPr id="2" name="Marcador de número de diapositiva 1">
            <a:extLst>
              <a:ext uri="{FF2B5EF4-FFF2-40B4-BE49-F238E27FC236}">
                <a16:creationId xmlns:a16="http://schemas.microsoft.com/office/drawing/2014/main" id="{5B333A8F-5B67-4DED-8402-D1CC0CFD0AE9}"/>
              </a:ext>
            </a:extLst>
          </p:cNvPr>
          <p:cNvSpPr>
            <a:spLocks noGrp="1"/>
          </p:cNvSpPr>
          <p:nvPr>
            <p:ph type="sldNum" sz="quarter" idx="4"/>
          </p:nvPr>
        </p:nvSpPr>
        <p:spPr/>
        <p:txBody>
          <a:bodyPr/>
          <a:lstStyle/>
          <a:p>
            <a:pPr rtl="0"/>
            <a:fld id="{B5CEABB6-07DC-46E8-9B57-56EC44A396E5}" type="slidenum">
              <a:rPr lang="es-ES" smtClean="0"/>
              <a:pPr rtl="0"/>
              <a:t>12</a:t>
            </a:fld>
            <a:endParaRPr lang="es-ES" dirty="0"/>
          </a:p>
        </p:txBody>
      </p:sp>
      <p:pic>
        <p:nvPicPr>
          <p:cNvPr id="7" name="Imagen 6">
            <a:extLst>
              <a:ext uri="{FF2B5EF4-FFF2-40B4-BE49-F238E27FC236}">
                <a16:creationId xmlns:a16="http://schemas.microsoft.com/office/drawing/2014/main" id="{A6E7D914-4DE2-49BF-B8C6-DE626750DAFF}"/>
              </a:ext>
            </a:extLst>
          </p:cNvPr>
          <p:cNvPicPr>
            <a:picLocks noChangeAspect="1"/>
          </p:cNvPicPr>
          <p:nvPr/>
        </p:nvPicPr>
        <p:blipFill>
          <a:blip r:embed="rId3"/>
          <a:stretch>
            <a:fillRect/>
          </a:stretch>
        </p:blipFill>
        <p:spPr>
          <a:xfrm>
            <a:off x="-7543" y="-25563"/>
            <a:ext cx="888053" cy="900000"/>
          </a:xfrm>
          <a:prstGeom prst="rect">
            <a:avLst/>
          </a:prstGeom>
        </p:spPr>
      </p:pic>
    </p:spTree>
    <p:extLst>
      <p:ext uri="{BB962C8B-B14F-4D97-AF65-F5344CB8AC3E}">
        <p14:creationId xmlns:p14="http://schemas.microsoft.com/office/powerpoint/2010/main" val="32684387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4386DBB-D0DC-05D4-788C-E10EEF6B4A91}"/>
              </a:ext>
            </a:extLst>
          </p:cNvPr>
          <p:cNvSpPr>
            <a:spLocks noGrp="1"/>
          </p:cNvSpPr>
          <p:nvPr>
            <p:ph type="title"/>
          </p:nvPr>
        </p:nvSpPr>
        <p:spPr>
          <a:xfrm>
            <a:off x="891990" y="434225"/>
            <a:ext cx="9524998" cy="1499627"/>
          </a:xfrm>
        </p:spPr>
        <p:txBody>
          <a:bodyPr rtlCol="0"/>
          <a:lstStyle>
            <a:defPPr>
              <a:defRPr lang="es-ES"/>
            </a:defPPr>
          </a:lstStyle>
          <a:p>
            <a:pPr rtl="0"/>
            <a:r>
              <a:rPr lang="es-ES" dirty="0"/>
              <a:t>Explicación paso a paso</a:t>
            </a:r>
          </a:p>
        </p:txBody>
      </p:sp>
      <p:sp>
        <p:nvSpPr>
          <p:cNvPr id="3" name="Marcador de contenido 2">
            <a:extLst>
              <a:ext uri="{FF2B5EF4-FFF2-40B4-BE49-F238E27FC236}">
                <a16:creationId xmlns:a16="http://schemas.microsoft.com/office/drawing/2014/main" id="{F0E41F64-E350-1F21-8A57-E740F48F3132}"/>
              </a:ext>
            </a:extLst>
          </p:cNvPr>
          <p:cNvSpPr>
            <a:spLocks noGrp="1"/>
          </p:cNvSpPr>
          <p:nvPr>
            <p:ph sz="quarter" idx="10"/>
          </p:nvPr>
        </p:nvSpPr>
        <p:spPr>
          <a:xfrm>
            <a:off x="914398" y="2022250"/>
            <a:ext cx="7508839" cy="4927190"/>
          </a:xfrm>
        </p:spPr>
        <p:txBody>
          <a:bodyPr rtlCol="0">
            <a:normAutofit fontScale="92500" lnSpcReduction="20000"/>
          </a:bodyPr>
          <a:lstStyle>
            <a:defPPr>
              <a:defRPr lang="es-ES"/>
            </a:defPPr>
          </a:lstStyle>
          <a:p>
            <a:r>
              <a:rPr lang="es-ES" sz="2400" b="1" dirty="0"/>
              <a:t>Punto seguro (P1):</a:t>
            </a:r>
            <a:r>
              <a:rPr lang="es-ES" sz="2400" dirty="0"/>
              <a:t> Es una posición a la que el robot debe desplazarse durante las operaciones de ensamblaje o desmontaje de pilas, garantizando una transición segura. Generalmente, se define como un punto elevado sobre el punto de recogida, para evitar colisiones con el entorno o con otros objetos.</a:t>
            </a:r>
          </a:p>
          <a:p>
            <a:r>
              <a:rPr lang="es-ES" sz="2400" b="1" dirty="0"/>
              <a:t>Punto de recogida (P2):</a:t>
            </a:r>
            <a:r>
              <a:rPr lang="es-ES" sz="2400" dirty="0"/>
              <a:t> No es necesario enseñar manualmente cada posición de preparación o destino para cada material. En su lugar, se recomienda utilizar la función de </a:t>
            </a:r>
            <a:r>
              <a:rPr lang="es-ES" sz="2400" b="1" dirty="0"/>
              <a:t>Configuración del tipo de pila</a:t>
            </a:r>
            <a:r>
              <a:rPr lang="es-ES" sz="2400" dirty="0"/>
              <a:t>, que permite definir automáticamente las posiciones en función del patrón de apilamiento.</a:t>
            </a:r>
          </a:p>
          <a:p>
            <a:r>
              <a:rPr lang="es-ES" sz="2400" dirty="0"/>
              <a:t>Además, se asume que una herramienta de sujeción, como una </a:t>
            </a:r>
            <a:r>
              <a:rPr lang="es-ES" sz="2400" b="1" dirty="0"/>
              <a:t>pinza</a:t>
            </a:r>
            <a:r>
              <a:rPr lang="es-ES" sz="2400" dirty="0"/>
              <a:t> o una </a:t>
            </a:r>
            <a:r>
              <a:rPr lang="es-ES" sz="2400" b="1" dirty="0"/>
              <a:t>ventosa</a:t>
            </a:r>
            <a:r>
              <a:rPr lang="es-ES" sz="2400" dirty="0"/>
              <a:t>, ha sido instalada en el extremo del brazo robótico. Esta herramienta está controlada mediante la </a:t>
            </a:r>
            <a:r>
              <a:rPr lang="es-ES" sz="2400" b="1" dirty="0"/>
              <a:t>salida digital DO1</a:t>
            </a:r>
            <a:r>
              <a:rPr lang="es-ES" sz="2400" dirty="0"/>
              <a:t>, la cual permite activar o desactivar la acción de agarre para manipular los materiales.</a:t>
            </a:r>
          </a:p>
        </p:txBody>
      </p:sp>
      <p:sp>
        <p:nvSpPr>
          <p:cNvPr id="4" name="Marcador de número de diapositiva 3">
            <a:extLst>
              <a:ext uri="{FF2B5EF4-FFF2-40B4-BE49-F238E27FC236}">
                <a16:creationId xmlns:a16="http://schemas.microsoft.com/office/drawing/2014/main" id="{D68F2FE7-0DAF-4A66-B8BC-255B99994252}"/>
              </a:ext>
            </a:extLst>
          </p:cNvPr>
          <p:cNvSpPr>
            <a:spLocks noGrp="1"/>
          </p:cNvSpPr>
          <p:nvPr>
            <p:ph type="sldNum" sz="quarter" idx="4"/>
          </p:nvPr>
        </p:nvSpPr>
        <p:spPr/>
        <p:txBody>
          <a:bodyPr/>
          <a:lstStyle/>
          <a:p>
            <a:pPr rtl="0"/>
            <a:fld id="{B5CEABB6-07DC-46E8-9B57-56EC44A396E5}" type="slidenum">
              <a:rPr lang="es-ES" smtClean="0"/>
              <a:pPr rtl="0"/>
              <a:t>13</a:t>
            </a:fld>
            <a:endParaRPr lang="es-ES" dirty="0"/>
          </a:p>
        </p:txBody>
      </p:sp>
      <p:pic>
        <p:nvPicPr>
          <p:cNvPr id="5" name="Imagen 4">
            <a:extLst>
              <a:ext uri="{FF2B5EF4-FFF2-40B4-BE49-F238E27FC236}">
                <a16:creationId xmlns:a16="http://schemas.microsoft.com/office/drawing/2014/main" id="{2521DE6B-297B-416B-8F3B-8B5365E6A401}"/>
              </a:ext>
            </a:extLst>
          </p:cNvPr>
          <p:cNvPicPr>
            <a:picLocks noChangeAspect="1"/>
          </p:cNvPicPr>
          <p:nvPr/>
        </p:nvPicPr>
        <p:blipFill>
          <a:blip r:embed="rId3"/>
          <a:stretch>
            <a:fillRect/>
          </a:stretch>
        </p:blipFill>
        <p:spPr>
          <a:xfrm>
            <a:off x="-7543" y="-25563"/>
            <a:ext cx="888053" cy="900000"/>
          </a:xfrm>
          <a:prstGeom prst="rect">
            <a:avLst/>
          </a:prstGeom>
        </p:spPr>
      </p:pic>
    </p:spTree>
    <p:extLst>
      <p:ext uri="{BB962C8B-B14F-4D97-AF65-F5344CB8AC3E}">
        <p14:creationId xmlns:p14="http://schemas.microsoft.com/office/powerpoint/2010/main" val="42300512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D6A3880-54A6-497B-A68E-1B09E95E0114}"/>
              </a:ext>
            </a:extLst>
          </p:cNvPr>
          <p:cNvSpPr>
            <a:spLocks noGrp="1"/>
          </p:cNvSpPr>
          <p:nvPr>
            <p:ph type="title"/>
          </p:nvPr>
        </p:nvSpPr>
        <p:spPr/>
        <p:txBody>
          <a:bodyPr/>
          <a:lstStyle/>
          <a:p>
            <a:r>
              <a:rPr lang="es-ES" dirty="0"/>
              <a:t>Configuración del bloque</a:t>
            </a:r>
            <a:endParaRPr lang="es-MX" dirty="0"/>
          </a:p>
        </p:txBody>
      </p:sp>
      <p:sp>
        <p:nvSpPr>
          <p:cNvPr id="6" name="Marcador de contenido 5">
            <a:extLst>
              <a:ext uri="{FF2B5EF4-FFF2-40B4-BE49-F238E27FC236}">
                <a16:creationId xmlns:a16="http://schemas.microsoft.com/office/drawing/2014/main" id="{9AAFAF5A-70C6-437E-A078-EE21A4D54149}"/>
              </a:ext>
            </a:extLst>
          </p:cNvPr>
          <p:cNvSpPr>
            <a:spLocks noGrp="1"/>
          </p:cNvSpPr>
          <p:nvPr>
            <p:ph sz="quarter" idx="10"/>
          </p:nvPr>
        </p:nvSpPr>
        <p:spPr/>
        <p:txBody>
          <a:bodyPr>
            <a:normAutofit fontScale="77500" lnSpcReduction="20000"/>
          </a:bodyPr>
          <a:lstStyle/>
          <a:p>
            <a:r>
              <a:rPr lang="es-ES" dirty="0"/>
              <a:t>Arrastre el </a:t>
            </a:r>
            <a:r>
              <a:rPr lang="es-ES" b="1" dirty="0"/>
              <a:t>bloque de paletizado</a:t>
            </a:r>
            <a:r>
              <a:rPr lang="es-ES" dirty="0"/>
              <a:t> al área de programación y haga clic sobre él para abrir el </a:t>
            </a:r>
            <a:r>
              <a:rPr lang="es-ES" b="1" dirty="0"/>
              <a:t>panel de configuración de paletizado</a:t>
            </a:r>
            <a:r>
              <a:rPr lang="es-ES" dirty="0"/>
              <a:t>.</a:t>
            </a:r>
          </a:p>
          <a:p>
            <a:r>
              <a:rPr lang="es-ES" dirty="0"/>
              <a:t>Según las dimensiones del patrón de apilamiento, será necesario determinar si se trata de un paletizado </a:t>
            </a:r>
            <a:r>
              <a:rPr lang="es-ES" b="1" dirty="0"/>
              <a:t>unidimensional</a:t>
            </a:r>
            <a:r>
              <a:rPr lang="es-ES" dirty="0"/>
              <a:t>, </a:t>
            </a:r>
            <a:r>
              <a:rPr lang="es-ES" b="1" dirty="0"/>
              <a:t>bidimensional</a:t>
            </a:r>
            <a:r>
              <a:rPr lang="es-ES" dirty="0"/>
              <a:t> o </a:t>
            </a:r>
            <a:r>
              <a:rPr lang="es-ES" b="1" dirty="0"/>
              <a:t>tridimensional</a:t>
            </a:r>
            <a:r>
              <a:rPr lang="es-ES" dirty="0"/>
              <a:t>:</a:t>
            </a:r>
          </a:p>
          <a:p>
            <a:pPr>
              <a:buFont typeface="Arial" panose="020B0604020202020204" pitchFamily="34" charset="0"/>
              <a:buChar char="•"/>
            </a:pPr>
            <a:r>
              <a:rPr lang="es-ES" b="1" dirty="0"/>
              <a:t>Unidimensional</a:t>
            </a:r>
            <a:r>
              <a:rPr lang="es-ES" dirty="0"/>
              <a:t>: Solo se utiliza una fila lineal de posiciones (por ejemplo, en una sola dirección).</a:t>
            </a:r>
          </a:p>
          <a:p>
            <a:pPr>
              <a:buFont typeface="Arial" panose="020B0604020202020204" pitchFamily="34" charset="0"/>
              <a:buChar char="•"/>
            </a:pPr>
            <a:r>
              <a:rPr lang="es-ES" b="1" dirty="0"/>
              <a:t>Bidimensional</a:t>
            </a:r>
            <a:r>
              <a:rPr lang="es-ES" dirty="0"/>
              <a:t>: Se organiza en filas y columnas dentro de un solo plano (X e Y).</a:t>
            </a:r>
          </a:p>
          <a:p>
            <a:pPr>
              <a:buFont typeface="Arial" panose="020B0604020202020204" pitchFamily="34" charset="0"/>
              <a:buChar char="•"/>
            </a:pPr>
            <a:r>
              <a:rPr lang="es-ES" b="1" dirty="0"/>
              <a:t>Tridimensional</a:t>
            </a:r>
            <a:r>
              <a:rPr lang="es-ES" dirty="0"/>
              <a:t>: Involucra múltiples capas en altura (X, Y jainas Z), formando un volumen completo como un cubo o paralelepípedo.</a:t>
            </a:r>
          </a:p>
          <a:p>
            <a:r>
              <a:rPr lang="es-ES" dirty="0"/>
              <a:t>Esta configuración define cómo se distribuirán los puntos de colocación dentro del bloque de paletizado.</a:t>
            </a:r>
          </a:p>
        </p:txBody>
      </p:sp>
      <p:pic>
        <p:nvPicPr>
          <p:cNvPr id="9" name="Imagen 8">
            <a:extLst>
              <a:ext uri="{FF2B5EF4-FFF2-40B4-BE49-F238E27FC236}">
                <a16:creationId xmlns:a16="http://schemas.microsoft.com/office/drawing/2014/main" id="{BD276438-CCD7-441F-804F-A1FFC298FCCF}"/>
              </a:ext>
            </a:extLst>
          </p:cNvPr>
          <p:cNvPicPr>
            <a:picLocks noChangeAspect="1"/>
          </p:cNvPicPr>
          <p:nvPr/>
        </p:nvPicPr>
        <p:blipFill>
          <a:blip r:embed="rId2"/>
          <a:stretch>
            <a:fillRect/>
          </a:stretch>
        </p:blipFill>
        <p:spPr>
          <a:xfrm>
            <a:off x="8394551" y="2022250"/>
            <a:ext cx="1706880" cy="477520"/>
          </a:xfrm>
          <a:prstGeom prst="rect">
            <a:avLst/>
          </a:prstGeom>
        </p:spPr>
      </p:pic>
      <p:sp>
        <p:nvSpPr>
          <p:cNvPr id="3" name="Marcador de número de diapositiva 2">
            <a:extLst>
              <a:ext uri="{FF2B5EF4-FFF2-40B4-BE49-F238E27FC236}">
                <a16:creationId xmlns:a16="http://schemas.microsoft.com/office/drawing/2014/main" id="{78C293FD-F736-4CE2-9E11-C4854686554D}"/>
              </a:ext>
            </a:extLst>
          </p:cNvPr>
          <p:cNvSpPr>
            <a:spLocks noGrp="1"/>
          </p:cNvSpPr>
          <p:nvPr>
            <p:ph type="sldNum" sz="quarter" idx="4"/>
          </p:nvPr>
        </p:nvSpPr>
        <p:spPr/>
        <p:txBody>
          <a:bodyPr/>
          <a:lstStyle/>
          <a:p>
            <a:pPr rtl="0"/>
            <a:fld id="{B5CEABB6-07DC-46E8-9B57-56EC44A396E5}" type="slidenum">
              <a:rPr lang="es-ES" smtClean="0"/>
              <a:pPr rtl="0"/>
              <a:t>14</a:t>
            </a:fld>
            <a:endParaRPr lang="es-ES" dirty="0"/>
          </a:p>
        </p:txBody>
      </p:sp>
      <p:pic>
        <p:nvPicPr>
          <p:cNvPr id="5" name="Imagen 4">
            <a:extLst>
              <a:ext uri="{FF2B5EF4-FFF2-40B4-BE49-F238E27FC236}">
                <a16:creationId xmlns:a16="http://schemas.microsoft.com/office/drawing/2014/main" id="{CF3B47AC-2A42-4B48-96F4-17ADBD1389A5}"/>
              </a:ext>
            </a:extLst>
          </p:cNvPr>
          <p:cNvPicPr>
            <a:picLocks noChangeAspect="1"/>
          </p:cNvPicPr>
          <p:nvPr/>
        </p:nvPicPr>
        <p:blipFill>
          <a:blip r:embed="rId3"/>
          <a:stretch>
            <a:fillRect/>
          </a:stretch>
        </p:blipFill>
        <p:spPr>
          <a:xfrm>
            <a:off x="7019332" y="2834018"/>
            <a:ext cx="4258269" cy="3048425"/>
          </a:xfrm>
          <a:prstGeom prst="rect">
            <a:avLst/>
          </a:prstGeom>
        </p:spPr>
      </p:pic>
      <p:pic>
        <p:nvPicPr>
          <p:cNvPr id="7" name="Imagen 6">
            <a:extLst>
              <a:ext uri="{FF2B5EF4-FFF2-40B4-BE49-F238E27FC236}">
                <a16:creationId xmlns:a16="http://schemas.microsoft.com/office/drawing/2014/main" id="{B07A45F4-2F05-4E72-9C55-54C849E6FB4B}"/>
              </a:ext>
            </a:extLst>
          </p:cNvPr>
          <p:cNvPicPr>
            <a:picLocks noChangeAspect="1"/>
          </p:cNvPicPr>
          <p:nvPr/>
        </p:nvPicPr>
        <p:blipFill>
          <a:blip r:embed="rId4"/>
          <a:stretch>
            <a:fillRect/>
          </a:stretch>
        </p:blipFill>
        <p:spPr>
          <a:xfrm>
            <a:off x="-7543" y="-25563"/>
            <a:ext cx="888053" cy="900000"/>
          </a:xfrm>
          <a:prstGeom prst="rect">
            <a:avLst/>
          </a:prstGeom>
        </p:spPr>
      </p:pic>
    </p:spTree>
    <p:extLst>
      <p:ext uri="{BB962C8B-B14F-4D97-AF65-F5344CB8AC3E}">
        <p14:creationId xmlns:p14="http://schemas.microsoft.com/office/powerpoint/2010/main" val="34071525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5">
            <a:extLst>
              <a:ext uri="{FF2B5EF4-FFF2-40B4-BE49-F238E27FC236}">
                <a16:creationId xmlns:a16="http://schemas.microsoft.com/office/drawing/2014/main" id="{6701E1C3-B96C-4C44-BF14-1AD393988987}"/>
              </a:ext>
            </a:extLst>
          </p:cNvPr>
          <p:cNvSpPr>
            <a:spLocks noGrp="1"/>
          </p:cNvSpPr>
          <p:nvPr>
            <p:ph type="title"/>
          </p:nvPr>
        </p:nvSpPr>
        <p:spPr/>
        <p:txBody>
          <a:bodyPr/>
          <a:lstStyle/>
          <a:p>
            <a:r>
              <a:rPr lang="es-ES" dirty="0"/>
              <a:t>Ejemplo de programa tridimensional</a:t>
            </a:r>
            <a:endParaRPr lang="es-MX" dirty="0"/>
          </a:p>
        </p:txBody>
      </p:sp>
      <p:sp>
        <p:nvSpPr>
          <p:cNvPr id="10" name="Marcador de contenido 9">
            <a:extLst>
              <a:ext uri="{FF2B5EF4-FFF2-40B4-BE49-F238E27FC236}">
                <a16:creationId xmlns:a16="http://schemas.microsoft.com/office/drawing/2014/main" id="{217CF8F6-35A2-4181-A463-5477E9E656F1}"/>
              </a:ext>
            </a:extLst>
          </p:cNvPr>
          <p:cNvSpPr>
            <a:spLocks noGrp="1"/>
          </p:cNvSpPr>
          <p:nvPr>
            <p:ph sz="quarter" idx="10"/>
          </p:nvPr>
        </p:nvSpPr>
        <p:spPr>
          <a:xfrm>
            <a:off x="440511" y="2022250"/>
            <a:ext cx="5931260" cy="3747180"/>
          </a:xfrm>
        </p:spPr>
        <p:txBody>
          <a:bodyPr>
            <a:normAutofit/>
          </a:bodyPr>
          <a:lstStyle/>
          <a:p>
            <a:pPr marL="0" indent="0">
              <a:buNone/>
            </a:pPr>
            <a:r>
              <a:rPr lang="es-ES" sz="1800" dirty="0">
                <a:solidFill>
                  <a:srgbClr val="111111"/>
                </a:solidFill>
                <a:latin typeface="Roboto" panose="02000000000000000000" pitchFamily="2" charset="0"/>
              </a:rPr>
              <a:t>1.</a:t>
            </a:r>
            <a:r>
              <a:rPr lang="es-ES" sz="1800" b="0" i="0" dirty="0">
                <a:solidFill>
                  <a:srgbClr val="111111"/>
                </a:solidFill>
                <a:effectLst/>
                <a:latin typeface="Roboto" panose="02000000000000000000" pitchFamily="2" charset="0"/>
              </a:rPr>
              <a:t>Crear pallet1.</a:t>
            </a:r>
          </a:p>
          <a:p>
            <a:pPr marL="0" indent="0">
              <a:buNone/>
            </a:pPr>
            <a:r>
              <a:rPr lang="es-ES" sz="1800" b="0" i="0" dirty="0">
                <a:solidFill>
                  <a:srgbClr val="111111"/>
                </a:solidFill>
                <a:effectLst/>
                <a:latin typeface="Roboto" panose="02000000000000000000" pitchFamily="2" charset="0"/>
              </a:rPr>
              <a:t>2. Cree una variable numérica personalizada y configúrela en 1, que se utiliza para registrar los tiempos de repetición</a:t>
            </a:r>
          </a:p>
          <a:p>
            <a:pPr marL="0" indent="0">
              <a:buNone/>
            </a:pPr>
            <a:r>
              <a:rPr lang="es-ES" sz="1800" b="0" i="0" dirty="0">
                <a:solidFill>
                  <a:srgbClr val="111111"/>
                </a:solidFill>
                <a:effectLst/>
                <a:latin typeface="Roboto" panose="02000000000000000000" pitchFamily="2" charset="0"/>
              </a:rPr>
              <a:t>3.Ejecute los comandos siguientes cíclicamente y establezca el número de veces en el número total de</a:t>
            </a:r>
            <a:br>
              <a:rPr lang="es-ES" sz="1800" dirty="0"/>
            </a:br>
            <a:r>
              <a:rPr lang="es-ES" sz="1800" b="0" i="0" dirty="0">
                <a:solidFill>
                  <a:srgbClr val="111111"/>
                </a:solidFill>
                <a:effectLst/>
                <a:latin typeface="Roboto" panose="02000000000000000000" pitchFamily="2" charset="0"/>
              </a:rPr>
              <a:t>puntos correspondientes al palet.</a:t>
            </a:r>
            <a:endParaRPr lang="es-ES" sz="1800" dirty="0"/>
          </a:p>
          <a:p>
            <a:pPr marL="0" indent="0">
              <a:buNone/>
            </a:pPr>
            <a:r>
              <a:rPr lang="es-ES" sz="1800" b="0" i="0" dirty="0">
                <a:solidFill>
                  <a:srgbClr val="111111"/>
                </a:solidFill>
                <a:effectLst/>
                <a:latin typeface="Roboto" panose="02000000000000000000" pitchFamily="2" charset="0"/>
              </a:rPr>
              <a:t>4. El robot se desplaza sobre el punto de recogida (P1).</a:t>
            </a:r>
            <a:endParaRPr lang="es-ES" sz="1800" dirty="0"/>
          </a:p>
          <a:p>
            <a:pPr marL="0" indent="0">
              <a:buNone/>
            </a:pPr>
            <a:r>
              <a:rPr lang="es-ES" sz="1800" b="0" i="0" dirty="0">
                <a:solidFill>
                  <a:srgbClr val="111111"/>
                </a:solidFill>
                <a:effectLst/>
                <a:latin typeface="Roboto" panose="02000000000000000000" pitchFamily="2" charset="0"/>
              </a:rPr>
              <a:t>5. El robot se desplaza hasta el punto de picking (P2).</a:t>
            </a:r>
          </a:p>
          <a:p>
            <a:pPr marL="0" indent="0">
              <a:buNone/>
            </a:pPr>
            <a:r>
              <a:rPr lang="es-ES" sz="1800" b="0" i="0" dirty="0">
                <a:solidFill>
                  <a:srgbClr val="111111"/>
                </a:solidFill>
                <a:effectLst/>
                <a:latin typeface="Roboto" panose="02000000000000000000" pitchFamily="2" charset="0"/>
              </a:rPr>
              <a:t>6. Ponga DO1 en ON para controlar la pinza y recoger el material.</a:t>
            </a:r>
          </a:p>
        </p:txBody>
      </p:sp>
      <p:pic>
        <p:nvPicPr>
          <p:cNvPr id="3" name="Imagen 2">
            <a:extLst>
              <a:ext uri="{FF2B5EF4-FFF2-40B4-BE49-F238E27FC236}">
                <a16:creationId xmlns:a16="http://schemas.microsoft.com/office/drawing/2014/main" id="{7DD71C28-6B70-4A53-9FBB-DFA997C90344}"/>
              </a:ext>
            </a:extLst>
          </p:cNvPr>
          <p:cNvPicPr>
            <a:picLocks noChangeAspect="1"/>
          </p:cNvPicPr>
          <p:nvPr/>
        </p:nvPicPr>
        <p:blipFill>
          <a:blip r:embed="rId2"/>
          <a:stretch>
            <a:fillRect/>
          </a:stretch>
        </p:blipFill>
        <p:spPr>
          <a:xfrm>
            <a:off x="6371771" y="1011978"/>
            <a:ext cx="5655488" cy="4202986"/>
          </a:xfrm>
          <a:prstGeom prst="rect">
            <a:avLst/>
          </a:prstGeom>
        </p:spPr>
      </p:pic>
      <p:sp>
        <p:nvSpPr>
          <p:cNvPr id="2" name="Marcador de número de diapositiva 1">
            <a:extLst>
              <a:ext uri="{FF2B5EF4-FFF2-40B4-BE49-F238E27FC236}">
                <a16:creationId xmlns:a16="http://schemas.microsoft.com/office/drawing/2014/main" id="{5A318A78-5D1B-43F4-8C1E-C2666F1FB338}"/>
              </a:ext>
            </a:extLst>
          </p:cNvPr>
          <p:cNvSpPr>
            <a:spLocks noGrp="1"/>
          </p:cNvSpPr>
          <p:nvPr>
            <p:ph type="sldNum" sz="quarter" idx="4"/>
          </p:nvPr>
        </p:nvSpPr>
        <p:spPr/>
        <p:txBody>
          <a:bodyPr/>
          <a:lstStyle/>
          <a:p>
            <a:pPr rtl="0"/>
            <a:fld id="{B5CEABB6-07DC-46E8-9B57-56EC44A396E5}" type="slidenum">
              <a:rPr lang="es-ES" smtClean="0"/>
              <a:pPr rtl="0"/>
              <a:t>15</a:t>
            </a:fld>
            <a:endParaRPr lang="es-ES" dirty="0"/>
          </a:p>
        </p:txBody>
      </p:sp>
      <p:pic>
        <p:nvPicPr>
          <p:cNvPr id="5" name="Imagen 4">
            <a:extLst>
              <a:ext uri="{FF2B5EF4-FFF2-40B4-BE49-F238E27FC236}">
                <a16:creationId xmlns:a16="http://schemas.microsoft.com/office/drawing/2014/main" id="{BD8C070F-5404-4021-9B98-E42AF3DC5265}"/>
              </a:ext>
            </a:extLst>
          </p:cNvPr>
          <p:cNvPicPr>
            <a:picLocks noChangeAspect="1"/>
          </p:cNvPicPr>
          <p:nvPr/>
        </p:nvPicPr>
        <p:blipFill>
          <a:blip r:embed="rId3"/>
          <a:stretch>
            <a:fillRect/>
          </a:stretch>
        </p:blipFill>
        <p:spPr>
          <a:xfrm>
            <a:off x="8915399" y="5419908"/>
            <a:ext cx="2482563" cy="1244701"/>
          </a:xfrm>
          <a:prstGeom prst="rect">
            <a:avLst/>
          </a:prstGeom>
        </p:spPr>
      </p:pic>
      <p:pic>
        <p:nvPicPr>
          <p:cNvPr id="8" name="Imagen 7">
            <a:extLst>
              <a:ext uri="{FF2B5EF4-FFF2-40B4-BE49-F238E27FC236}">
                <a16:creationId xmlns:a16="http://schemas.microsoft.com/office/drawing/2014/main" id="{3F30943E-30AD-47AE-ACCA-0B281E2A6A71}"/>
              </a:ext>
            </a:extLst>
          </p:cNvPr>
          <p:cNvPicPr>
            <a:picLocks noChangeAspect="1"/>
          </p:cNvPicPr>
          <p:nvPr/>
        </p:nvPicPr>
        <p:blipFill>
          <a:blip r:embed="rId4"/>
          <a:stretch>
            <a:fillRect/>
          </a:stretch>
        </p:blipFill>
        <p:spPr>
          <a:xfrm>
            <a:off x="6939391" y="5989043"/>
            <a:ext cx="1428949" cy="257211"/>
          </a:xfrm>
          <a:prstGeom prst="rect">
            <a:avLst/>
          </a:prstGeom>
        </p:spPr>
      </p:pic>
      <p:pic>
        <p:nvPicPr>
          <p:cNvPr id="9" name="Imagen 8">
            <a:extLst>
              <a:ext uri="{FF2B5EF4-FFF2-40B4-BE49-F238E27FC236}">
                <a16:creationId xmlns:a16="http://schemas.microsoft.com/office/drawing/2014/main" id="{64709CBD-56EF-4F01-B289-0A3B7591D353}"/>
              </a:ext>
            </a:extLst>
          </p:cNvPr>
          <p:cNvPicPr>
            <a:picLocks noChangeAspect="1"/>
          </p:cNvPicPr>
          <p:nvPr/>
        </p:nvPicPr>
        <p:blipFill>
          <a:blip r:embed="rId5"/>
          <a:stretch>
            <a:fillRect/>
          </a:stretch>
        </p:blipFill>
        <p:spPr>
          <a:xfrm>
            <a:off x="-7543" y="-25563"/>
            <a:ext cx="888053" cy="900000"/>
          </a:xfrm>
          <a:prstGeom prst="rect">
            <a:avLst/>
          </a:prstGeom>
        </p:spPr>
      </p:pic>
    </p:spTree>
    <p:extLst>
      <p:ext uri="{BB962C8B-B14F-4D97-AF65-F5344CB8AC3E}">
        <p14:creationId xmlns:p14="http://schemas.microsoft.com/office/powerpoint/2010/main" val="25106403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5">
            <a:extLst>
              <a:ext uri="{FF2B5EF4-FFF2-40B4-BE49-F238E27FC236}">
                <a16:creationId xmlns:a16="http://schemas.microsoft.com/office/drawing/2014/main" id="{6701E1C3-B96C-4C44-BF14-1AD393988987}"/>
              </a:ext>
            </a:extLst>
          </p:cNvPr>
          <p:cNvSpPr>
            <a:spLocks noGrp="1"/>
          </p:cNvSpPr>
          <p:nvPr>
            <p:ph type="title"/>
          </p:nvPr>
        </p:nvSpPr>
        <p:spPr/>
        <p:txBody>
          <a:bodyPr/>
          <a:lstStyle/>
          <a:p>
            <a:r>
              <a:rPr lang="es-ES" dirty="0"/>
              <a:t>Ejemplo de programa tridimensional</a:t>
            </a:r>
            <a:endParaRPr lang="es-MX" dirty="0"/>
          </a:p>
        </p:txBody>
      </p:sp>
      <p:sp>
        <p:nvSpPr>
          <p:cNvPr id="10" name="Marcador de contenido 9">
            <a:extLst>
              <a:ext uri="{FF2B5EF4-FFF2-40B4-BE49-F238E27FC236}">
                <a16:creationId xmlns:a16="http://schemas.microsoft.com/office/drawing/2014/main" id="{217CF8F6-35A2-4181-A463-5477E9E656F1}"/>
              </a:ext>
            </a:extLst>
          </p:cNvPr>
          <p:cNvSpPr>
            <a:spLocks noGrp="1"/>
          </p:cNvSpPr>
          <p:nvPr>
            <p:ph sz="quarter" idx="10"/>
          </p:nvPr>
        </p:nvSpPr>
        <p:spPr>
          <a:xfrm>
            <a:off x="458183" y="2022250"/>
            <a:ext cx="5181600" cy="3747180"/>
          </a:xfrm>
        </p:spPr>
        <p:txBody>
          <a:bodyPr>
            <a:normAutofit fontScale="92500"/>
          </a:bodyPr>
          <a:lstStyle/>
          <a:p>
            <a:pPr marL="0" indent="0">
              <a:buNone/>
            </a:pPr>
            <a:r>
              <a:rPr lang="es-ES" b="0" i="0" dirty="0">
                <a:solidFill>
                  <a:srgbClr val="111111"/>
                </a:solidFill>
                <a:effectLst/>
                <a:latin typeface="Roboto" panose="02000000000000000000" pitchFamily="2" charset="0"/>
              </a:rPr>
              <a:t>7. El robot regresa sobre el punto de recogida (P1).</a:t>
            </a:r>
          </a:p>
          <a:p>
            <a:pPr marL="0" indent="0">
              <a:buNone/>
            </a:pPr>
            <a:r>
              <a:rPr lang="es-ES" b="0" i="0" dirty="0">
                <a:solidFill>
                  <a:srgbClr val="111111"/>
                </a:solidFill>
                <a:effectLst/>
                <a:latin typeface="Roboto" panose="02000000000000000000" pitchFamily="2" charset="0"/>
              </a:rPr>
              <a:t>8. El robot se mueve a 100 mm sobre el punto de paleta actual.</a:t>
            </a:r>
          </a:p>
          <a:p>
            <a:pPr marL="0" indent="0">
              <a:buNone/>
            </a:pPr>
            <a:r>
              <a:rPr lang="es-ES" b="0" i="0" dirty="0">
                <a:solidFill>
                  <a:srgbClr val="111111"/>
                </a:solidFill>
                <a:effectLst/>
                <a:latin typeface="Roboto" panose="02000000000000000000" pitchFamily="2" charset="0"/>
              </a:rPr>
              <a:t>9. El robot se desplaza al punto de palé actual.</a:t>
            </a:r>
          </a:p>
          <a:p>
            <a:pPr marL="0" indent="0">
              <a:buNone/>
            </a:pPr>
            <a:r>
              <a:rPr lang="es-ES" b="0" i="0" dirty="0">
                <a:solidFill>
                  <a:srgbClr val="111111"/>
                </a:solidFill>
                <a:effectLst/>
                <a:latin typeface="Roboto" panose="02000000000000000000" pitchFamily="2" charset="0"/>
              </a:rPr>
              <a:t>10. Ajuste DO1 a OFF para controlar la pinza y liberar el material.</a:t>
            </a:r>
          </a:p>
          <a:p>
            <a:pPr marL="0" indent="0">
              <a:buNone/>
            </a:pPr>
            <a:r>
              <a:rPr lang="es-ES" b="0" i="0" dirty="0">
                <a:solidFill>
                  <a:srgbClr val="111111"/>
                </a:solidFill>
                <a:effectLst/>
                <a:latin typeface="Roboto" panose="02000000000000000000" pitchFamily="2" charset="0"/>
              </a:rPr>
              <a:t>11. El robot regresa a 100 mm sobre el punto de paleta actual.</a:t>
            </a:r>
          </a:p>
          <a:p>
            <a:pPr marL="0" indent="0">
              <a:buNone/>
            </a:pPr>
            <a:r>
              <a:rPr lang="es-ES" b="0" i="0" dirty="0">
                <a:solidFill>
                  <a:srgbClr val="111111"/>
                </a:solidFill>
                <a:effectLst/>
                <a:latin typeface="Roboto" panose="02000000000000000000" pitchFamily="2" charset="0"/>
              </a:rPr>
              <a:t>12.Los tiempos de repetición se incrementan en 1. Vuelva al paso 4.</a:t>
            </a:r>
            <a:endParaRPr lang="es-MX" dirty="0"/>
          </a:p>
        </p:txBody>
      </p:sp>
      <p:pic>
        <p:nvPicPr>
          <p:cNvPr id="3" name="Imagen 2">
            <a:extLst>
              <a:ext uri="{FF2B5EF4-FFF2-40B4-BE49-F238E27FC236}">
                <a16:creationId xmlns:a16="http://schemas.microsoft.com/office/drawing/2014/main" id="{7DD71C28-6B70-4A53-9FBB-DFA997C90344}"/>
              </a:ext>
            </a:extLst>
          </p:cNvPr>
          <p:cNvPicPr>
            <a:picLocks noChangeAspect="1"/>
          </p:cNvPicPr>
          <p:nvPr/>
        </p:nvPicPr>
        <p:blipFill>
          <a:blip r:embed="rId2"/>
          <a:stretch>
            <a:fillRect/>
          </a:stretch>
        </p:blipFill>
        <p:spPr>
          <a:xfrm>
            <a:off x="5913312" y="918048"/>
            <a:ext cx="5931260" cy="4407931"/>
          </a:xfrm>
          <a:prstGeom prst="rect">
            <a:avLst/>
          </a:prstGeom>
        </p:spPr>
      </p:pic>
      <p:sp>
        <p:nvSpPr>
          <p:cNvPr id="2" name="Marcador de número de diapositiva 1">
            <a:extLst>
              <a:ext uri="{FF2B5EF4-FFF2-40B4-BE49-F238E27FC236}">
                <a16:creationId xmlns:a16="http://schemas.microsoft.com/office/drawing/2014/main" id="{5A318A78-5D1B-43F4-8C1E-C2666F1FB338}"/>
              </a:ext>
            </a:extLst>
          </p:cNvPr>
          <p:cNvSpPr>
            <a:spLocks noGrp="1"/>
          </p:cNvSpPr>
          <p:nvPr>
            <p:ph type="sldNum" sz="quarter" idx="4"/>
          </p:nvPr>
        </p:nvSpPr>
        <p:spPr/>
        <p:txBody>
          <a:bodyPr/>
          <a:lstStyle/>
          <a:p>
            <a:pPr rtl="0"/>
            <a:fld id="{B5CEABB6-07DC-46E8-9B57-56EC44A396E5}" type="slidenum">
              <a:rPr lang="es-ES" smtClean="0"/>
              <a:pPr rtl="0"/>
              <a:t>16</a:t>
            </a:fld>
            <a:endParaRPr lang="es-ES" dirty="0"/>
          </a:p>
        </p:txBody>
      </p:sp>
      <p:pic>
        <p:nvPicPr>
          <p:cNvPr id="5" name="Imagen 4">
            <a:extLst>
              <a:ext uri="{FF2B5EF4-FFF2-40B4-BE49-F238E27FC236}">
                <a16:creationId xmlns:a16="http://schemas.microsoft.com/office/drawing/2014/main" id="{BD8C070F-5404-4021-9B98-E42AF3DC5265}"/>
              </a:ext>
            </a:extLst>
          </p:cNvPr>
          <p:cNvPicPr>
            <a:picLocks noChangeAspect="1"/>
          </p:cNvPicPr>
          <p:nvPr/>
        </p:nvPicPr>
        <p:blipFill>
          <a:blip r:embed="rId3"/>
          <a:stretch>
            <a:fillRect/>
          </a:stretch>
        </p:blipFill>
        <p:spPr>
          <a:xfrm>
            <a:off x="8915399" y="5419908"/>
            <a:ext cx="2482563" cy="1244701"/>
          </a:xfrm>
          <a:prstGeom prst="rect">
            <a:avLst/>
          </a:prstGeom>
        </p:spPr>
      </p:pic>
      <p:pic>
        <p:nvPicPr>
          <p:cNvPr id="8" name="Imagen 7">
            <a:extLst>
              <a:ext uri="{FF2B5EF4-FFF2-40B4-BE49-F238E27FC236}">
                <a16:creationId xmlns:a16="http://schemas.microsoft.com/office/drawing/2014/main" id="{3F30943E-30AD-47AE-ACCA-0B281E2A6A71}"/>
              </a:ext>
            </a:extLst>
          </p:cNvPr>
          <p:cNvPicPr>
            <a:picLocks noChangeAspect="1"/>
          </p:cNvPicPr>
          <p:nvPr/>
        </p:nvPicPr>
        <p:blipFill>
          <a:blip r:embed="rId4"/>
          <a:stretch>
            <a:fillRect/>
          </a:stretch>
        </p:blipFill>
        <p:spPr>
          <a:xfrm>
            <a:off x="6939391" y="5989043"/>
            <a:ext cx="1428949" cy="257211"/>
          </a:xfrm>
          <a:prstGeom prst="rect">
            <a:avLst/>
          </a:prstGeom>
        </p:spPr>
      </p:pic>
      <p:pic>
        <p:nvPicPr>
          <p:cNvPr id="9" name="Imagen 8">
            <a:extLst>
              <a:ext uri="{FF2B5EF4-FFF2-40B4-BE49-F238E27FC236}">
                <a16:creationId xmlns:a16="http://schemas.microsoft.com/office/drawing/2014/main" id="{1B4891D6-4B7B-433C-9CDF-DF07BE77BED5}"/>
              </a:ext>
            </a:extLst>
          </p:cNvPr>
          <p:cNvPicPr>
            <a:picLocks noChangeAspect="1"/>
          </p:cNvPicPr>
          <p:nvPr/>
        </p:nvPicPr>
        <p:blipFill>
          <a:blip r:embed="rId5"/>
          <a:stretch>
            <a:fillRect/>
          </a:stretch>
        </p:blipFill>
        <p:spPr>
          <a:xfrm>
            <a:off x="-7543" y="-25563"/>
            <a:ext cx="888053" cy="900000"/>
          </a:xfrm>
          <a:prstGeom prst="rect">
            <a:avLst/>
          </a:prstGeom>
        </p:spPr>
      </p:pic>
    </p:spTree>
    <p:extLst>
      <p:ext uri="{BB962C8B-B14F-4D97-AF65-F5344CB8AC3E}">
        <p14:creationId xmlns:p14="http://schemas.microsoft.com/office/powerpoint/2010/main" val="5541471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5">
            <a:extLst>
              <a:ext uri="{FF2B5EF4-FFF2-40B4-BE49-F238E27FC236}">
                <a16:creationId xmlns:a16="http://schemas.microsoft.com/office/drawing/2014/main" id="{98DA468B-0B9A-44AC-8C3C-E33A38043783}"/>
              </a:ext>
            </a:extLst>
          </p:cNvPr>
          <p:cNvSpPr>
            <a:spLocks noGrp="1"/>
          </p:cNvSpPr>
          <p:nvPr>
            <p:ph type="title"/>
          </p:nvPr>
        </p:nvSpPr>
        <p:spPr/>
        <p:txBody>
          <a:bodyPr/>
          <a:lstStyle/>
          <a:p>
            <a:r>
              <a:rPr lang="es-MX" b="0" i="0" dirty="0">
                <a:effectLst/>
                <a:latin typeface="Roboto" panose="02000000000000000000" pitchFamily="2" charset="0"/>
              </a:rPr>
              <a:t>Descripción  de los bloques</a:t>
            </a:r>
            <a:endParaRPr lang="es-MX" dirty="0"/>
          </a:p>
        </p:txBody>
      </p:sp>
      <p:pic>
        <p:nvPicPr>
          <p:cNvPr id="3" name="Imagen 2">
            <a:extLst>
              <a:ext uri="{FF2B5EF4-FFF2-40B4-BE49-F238E27FC236}">
                <a16:creationId xmlns:a16="http://schemas.microsoft.com/office/drawing/2014/main" id="{23CA1044-0F1D-4AB5-A9C6-7E229AB63C88}"/>
              </a:ext>
            </a:extLst>
          </p:cNvPr>
          <p:cNvPicPr>
            <a:picLocks noChangeAspect="1"/>
          </p:cNvPicPr>
          <p:nvPr/>
        </p:nvPicPr>
        <p:blipFill>
          <a:blip r:embed="rId2"/>
          <a:stretch>
            <a:fillRect/>
          </a:stretch>
        </p:blipFill>
        <p:spPr>
          <a:xfrm>
            <a:off x="10412472" y="0"/>
            <a:ext cx="1799848" cy="1824232"/>
          </a:xfrm>
          <a:prstGeom prst="rect">
            <a:avLst/>
          </a:prstGeom>
        </p:spPr>
      </p:pic>
    </p:spTree>
    <p:extLst>
      <p:ext uri="{BB962C8B-B14F-4D97-AF65-F5344CB8AC3E}">
        <p14:creationId xmlns:p14="http://schemas.microsoft.com/office/powerpoint/2010/main" val="10813423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4">
            <a:extLst>
              <a:ext uri="{FF2B5EF4-FFF2-40B4-BE49-F238E27FC236}">
                <a16:creationId xmlns:a16="http://schemas.microsoft.com/office/drawing/2014/main" id="{44502753-8D89-46E8-84C8-0FD500EECD4D}"/>
              </a:ext>
            </a:extLst>
          </p:cNvPr>
          <p:cNvSpPr>
            <a:spLocks noGrp="1"/>
          </p:cNvSpPr>
          <p:nvPr>
            <p:ph type="title"/>
          </p:nvPr>
        </p:nvSpPr>
        <p:spPr/>
        <p:txBody>
          <a:bodyPr/>
          <a:lstStyle/>
          <a:p>
            <a:r>
              <a:rPr lang="es-ES" dirty="0"/>
              <a:t>Bloques de eventos</a:t>
            </a:r>
            <a:endParaRPr lang="es-MX" dirty="0"/>
          </a:p>
        </p:txBody>
      </p:sp>
      <p:sp>
        <p:nvSpPr>
          <p:cNvPr id="6" name="Marcador de contenido 5">
            <a:extLst>
              <a:ext uri="{FF2B5EF4-FFF2-40B4-BE49-F238E27FC236}">
                <a16:creationId xmlns:a16="http://schemas.microsoft.com/office/drawing/2014/main" id="{00653504-9548-4389-9CD8-2E4D3C63105D}"/>
              </a:ext>
            </a:extLst>
          </p:cNvPr>
          <p:cNvSpPr>
            <a:spLocks noGrp="1"/>
          </p:cNvSpPr>
          <p:nvPr>
            <p:ph sz="quarter" idx="10"/>
          </p:nvPr>
        </p:nvSpPr>
        <p:spPr>
          <a:xfrm>
            <a:off x="914399" y="2022250"/>
            <a:ext cx="6577264" cy="4520218"/>
          </a:xfrm>
        </p:spPr>
        <p:txBody>
          <a:bodyPr>
            <a:normAutofit/>
          </a:bodyPr>
          <a:lstStyle/>
          <a:p>
            <a:r>
              <a:rPr lang="es-ES" sz="1800" dirty="0"/>
              <a:t>En DobotStudio Pro, los </a:t>
            </a:r>
            <a:r>
              <a:rPr lang="es-ES" sz="1800" b="1" dirty="0"/>
              <a:t>bloques de eventos</a:t>
            </a:r>
            <a:r>
              <a:rPr lang="es-ES" sz="1800" dirty="0"/>
              <a:t> son fundamentales para estructurar y controlar la ejecución de programas en robots colaborativos de las series MG400 y M1. A continuación, se describen los principales bloques de eventos</a:t>
            </a:r>
            <a:endParaRPr lang="es-ES" sz="1800" b="1" dirty="0"/>
          </a:p>
          <a:p>
            <a:pPr marL="285750" indent="-285750">
              <a:buFont typeface="Arial" panose="020B0604020202020204" pitchFamily="34" charset="0"/>
              <a:buChar char="•"/>
            </a:pPr>
            <a:r>
              <a:rPr lang="es-ES" sz="1800" b="1" dirty="0"/>
              <a:t>Comando de Inicio: </a:t>
            </a:r>
            <a:r>
              <a:rPr lang="es-ES" sz="1600" dirty="0"/>
              <a:t>Este comando se usa </a:t>
            </a:r>
            <a:r>
              <a:rPr lang="es-ES" sz="1600" b="1" dirty="0"/>
              <a:t>una sola vez por programa</a:t>
            </a:r>
            <a:r>
              <a:rPr lang="es-ES" sz="1600" dirty="0"/>
              <a:t> y debe colocarse </a:t>
            </a:r>
            <a:r>
              <a:rPr lang="es-ES" sz="1600" b="1" dirty="0"/>
              <a:t>al principio</a:t>
            </a:r>
            <a:r>
              <a:rPr lang="es-ES" sz="1600" dirty="0"/>
              <a:t>.</a:t>
            </a:r>
            <a:br>
              <a:rPr lang="es-ES" sz="1600" dirty="0"/>
            </a:br>
            <a:r>
              <a:rPr lang="es-ES" sz="1600" dirty="0"/>
              <a:t>Su función es </a:t>
            </a:r>
            <a:r>
              <a:rPr lang="es-ES" sz="1600" b="1" dirty="0"/>
              <a:t>indicar dónde empieza el programa principal</a:t>
            </a:r>
            <a:r>
              <a:rPr lang="es-ES" sz="1600" dirty="0"/>
              <a:t>, es decir, desde qué punto el robot va a comenzar a ejecutar las instrucciones.</a:t>
            </a:r>
          </a:p>
          <a:p>
            <a:pPr marL="285750" indent="-285750">
              <a:buFont typeface="Arial" panose="020B0604020202020204" pitchFamily="34" charset="0"/>
              <a:buChar char="•"/>
            </a:pPr>
            <a:r>
              <a:rPr lang="es-ES" sz="1800" b="1" dirty="0"/>
              <a:t>Comando de Inicio de Subproceso: </a:t>
            </a:r>
            <a:r>
              <a:rPr lang="es-ES" sz="1600" dirty="0"/>
              <a:t>Este comando </a:t>
            </a:r>
            <a:r>
              <a:rPr lang="es-ES" sz="1600" b="1" dirty="0"/>
              <a:t>inicia un subproceso</a:t>
            </a:r>
            <a:r>
              <a:rPr lang="es-ES" sz="1600" dirty="0"/>
              <a:t>, que es como una tarea secundaria que se ejecuta </a:t>
            </a:r>
            <a:r>
              <a:rPr lang="es-ES" sz="1600" b="1" dirty="0"/>
              <a:t>al mismo tiempo</a:t>
            </a:r>
            <a:r>
              <a:rPr lang="es-ES" sz="1600" dirty="0"/>
              <a:t> que el programa principal.</a:t>
            </a:r>
            <a:br>
              <a:rPr lang="es-ES" sz="1600" dirty="0"/>
            </a:br>
            <a:r>
              <a:rPr lang="es-ES" sz="1600" dirty="0"/>
              <a:t>Pero </a:t>
            </a:r>
            <a:r>
              <a:rPr lang="es-ES" sz="1600" b="1" dirty="0"/>
              <a:t>no puede controlar directamente al robot</a:t>
            </a:r>
            <a:r>
              <a:rPr lang="es-ES" sz="1600" dirty="0"/>
              <a:t> (no mueve el brazo ni activa salidas).</a:t>
            </a:r>
            <a:br>
              <a:rPr lang="es-ES" sz="1600" dirty="0"/>
            </a:br>
            <a:r>
              <a:rPr lang="es-ES" sz="1600" dirty="0"/>
              <a:t>Se usa solo para hacer </a:t>
            </a:r>
            <a:r>
              <a:rPr lang="es-ES" sz="1600" b="1" dirty="0"/>
              <a:t>cálculos, usar variables o lógica interna</a:t>
            </a:r>
            <a:r>
              <a:rPr lang="es-ES" sz="1600" dirty="0"/>
              <a:t>, como operaciones matemáticas o verificar condiciones.</a:t>
            </a:r>
            <a:endParaRPr lang="es-ES" sz="1800" dirty="0"/>
          </a:p>
        </p:txBody>
      </p:sp>
      <p:pic>
        <p:nvPicPr>
          <p:cNvPr id="10" name="Marcador de contenido 9">
            <a:extLst>
              <a:ext uri="{FF2B5EF4-FFF2-40B4-BE49-F238E27FC236}">
                <a16:creationId xmlns:a16="http://schemas.microsoft.com/office/drawing/2014/main" id="{4F82B55A-2F2A-41FA-855A-0D23525FA82F}"/>
              </a:ext>
            </a:extLst>
          </p:cNvPr>
          <p:cNvPicPr>
            <a:picLocks noGrp="1" noChangeAspect="1"/>
          </p:cNvPicPr>
          <p:nvPr>
            <p:ph sz="quarter" idx="11"/>
          </p:nvPr>
        </p:nvPicPr>
        <p:blipFill>
          <a:blip r:embed="rId2"/>
          <a:stretch>
            <a:fillRect/>
          </a:stretch>
        </p:blipFill>
        <p:spPr>
          <a:xfrm>
            <a:off x="8223495" y="3259449"/>
            <a:ext cx="1364564" cy="830604"/>
          </a:xfrm>
        </p:spPr>
      </p:pic>
      <p:pic>
        <p:nvPicPr>
          <p:cNvPr id="13" name="Imagen 12">
            <a:extLst>
              <a:ext uri="{FF2B5EF4-FFF2-40B4-BE49-F238E27FC236}">
                <a16:creationId xmlns:a16="http://schemas.microsoft.com/office/drawing/2014/main" id="{04D0E5BE-CC86-4979-923F-ACCC8F755BA0}"/>
              </a:ext>
            </a:extLst>
          </p:cNvPr>
          <p:cNvPicPr>
            <a:picLocks noChangeAspect="1"/>
          </p:cNvPicPr>
          <p:nvPr/>
        </p:nvPicPr>
        <p:blipFill>
          <a:blip r:embed="rId3"/>
          <a:stretch>
            <a:fillRect/>
          </a:stretch>
        </p:blipFill>
        <p:spPr>
          <a:xfrm>
            <a:off x="8188098" y="4680248"/>
            <a:ext cx="1663057" cy="1012953"/>
          </a:xfrm>
          <a:prstGeom prst="rect">
            <a:avLst/>
          </a:prstGeom>
        </p:spPr>
      </p:pic>
      <p:sp>
        <p:nvSpPr>
          <p:cNvPr id="2" name="Marcador de número de diapositiva 1">
            <a:extLst>
              <a:ext uri="{FF2B5EF4-FFF2-40B4-BE49-F238E27FC236}">
                <a16:creationId xmlns:a16="http://schemas.microsoft.com/office/drawing/2014/main" id="{C0111B54-C22D-4EC6-A787-E82C40729E9D}"/>
              </a:ext>
            </a:extLst>
          </p:cNvPr>
          <p:cNvSpPr>
            <a:spLocks noGrp="1"/>
          </p:cNvSpPr>
          <p:nvPr>
            <p:ph type="sldNum" sz="quarter" idx="4"/>
          </p:nvPr>
        </p:nvSpPr>
        <p:spPr/>
        <p:txBody>
          <a:bodyPr/>
          <a:lstStyle/>
          <a:p>
            <a:pPr rtl="0"/>
            <a:fld id="{B5CEABB6-07DC-46E8-9B57-56EC44A396E5}" type="slidenum">
              <a:rPr lang="es-ES" smtClean="0"/>
              <a:pPr rtl="0"/>
              <a:t>18</a:t>
            </a:fld>
            <a:endParaRPr lang="es-ES" dirty="0"/>
          </a:p>
        </p:txBody>
      </p:sp>
      <p:pic>
        <p:nvPicPr>
          <p:cNvPr id="7" name="Imagen 6">
            <a:extLst>
              <a:ext uri="{FF2B5EF4-FFF2-40B4-BE49-F238E27FC236}">
                <a16:creationId xmlns:a16="http://schemas.microsoft.com/office/drawing/2014/main" id="{CC361570-A3C9-45CE-90F5-A8E2F3DEBA6A}"/>
              </a:ext>
            </a:extLst>
          </p:cNvPr>
          <p:cNvPicPr>
            <a:picLocks noChangeAspect="1"/>
          </p:cNvPicPr>
          <p:nvPr/>
        </p:nvPicPr>
        <p:blipFill>
          <a:blip r:embed="rId4"/>
          <a:stretch>
            <a:fillRect/>
          </a:stretch>
        </p:blipFill>
        <p:spPr>
          <a:xfrm>
            <a:off x="-7543" y="-25563"/>
            <a:ext cx="888053" cy="900000"/>
          </a:xfrm>
          <a:prstGeom prst="rect">
            <a:avLst/>
          </a:prstGeom>
        </p:spPr>
      </p:pic>
    </p:spTree>
    <p:extLst>
      <p:ext uri="{BB962C8B-B14F-4D97-AF65-F5344CB8AC3E}">
        <p14:creationId xmlns:p14="http://schemas.microsoft.com/office/powerpoint/2010/main" val="3409826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4">
            <a:extLst>
              <a:ext uri="{FF2B5EF4-FFF2-40B4-BE49-F238E27FC236}">
                <a16:creationId xmlns:a16="http://schemas.microsoft.com/office/drawing/2014/main" id="{4C0EAD80-5FFD-42DA-9312-8C7D9161D809}"/>
              </a:ext>
            </a:extLst>
          </p:cNvPr>
          <p:cNvSpPr>
            <a:spLocks noGrp="1"/>
          </p:cNvSpPr>
          <p:nvPr>
            <p:ph type="title"/>
          </p:nvPr>
        </p:nvSpPr>
        <p:spPr/>
        <p:txBody>
          <a:bodyPr/>
          <a:lstStyle/>
          <a:p>
            <a:r>
              <a:rPr lang="es-ES" dirty="0"/>
              <a:t>Bloques de Control</a:t>
            </a:r>
            <a:endParaRPr lang="es-MX" dirty="0"/>
          </a:p>
        </p:txBody>
      </p:sp>
      <p:sp>
        <p:nvSpPr>
          <p:cNvPr id="8" name="Marcador de contenido 7">
            <a:extLst>
              <a:ext uri="{FF2B5EF4-FFF2-40B4-BE49-F238E27FC236}">
                <a16:creationId xmlns:a16="http://schemas.microsoft.com/office/drawing/2014/main" id="{C087E454-1902-40B8-82F1-79CCBACB0A9D}"/>
              </a:ext>
            </a:extLst>
          </p:cNvPr>
          <p:cNvSpPr>
            <a:spLocks noGrp="1"/>
          </p:cNvSpPr>
          <p:nvPr>
            <p:ph sz="quarter" idx="10"/>
          </p:nvPr>
        </p:nvSpPr>
        <p:spPr>
          <a:xfrm>
            <a:off x="914400" y="1970113"/>
            <a:ext cx="6257366" cy="3914910"/>
          </a:xfrm>
        </p:spPr>
        <p:txBody>
          <a:bodyPr>
            <a:normAutofit fontScale="92500" lnSpcReduction="10000"/>
          </a:bodyPr>
          <a:lstStyle/>
          <a:p>
            <a:r>
              <a:rPr lang="es-ES" dirty="0"/>
              <a:t>Estos bloques permiten gestionar el flujo de ejecución dentro de la programación del robot, facilitando tanto el control lineal como la lógica condicional y repetitiva.</a:t>
            </a:r>
            <a:endParaRPr lang="es-ES" b="1" dirty="0"/>
          </a:p>
          <a:p>
            <a:pPr marL="342900" indent="-342900">
              <a:buFont typeface="Arial" panose="020B0604020202020204" pitchFamily="34" charset="0"/>
              <a:buChar char="•"/>
            </a:pPr>
            <a:r>
              <a:rPr lang="es-ES" b="1" dirty="0"/>
              <a:t>Esperar hasta: </a:t>
            </a:r>
            <a:r>
              <a:rPr lang="es-ES" dirty="0"/>
              <a:t>Este comando </a:t>
            </a:r>
            <a:r>
              <a:rPr lang="es-ES" b="1" dirty="0"/>
              <a:t>pausa el programa</a:t>
            </a:r>
            <a:r>
              <a:rPr lang="es-ES" dirty="0"/>
              <a:t> y solo continúa cuando </a:t>
            </a:r>
            <a:r>
              <a:rPr lang="es-ES" b="1" dirty="0"/>
              <a:t>se cumple una condición</a:t>
            </a:r>
            <a:r>
              <a:rPr lang="es-ES" dirty="0"/>
              <a:t> (por ejemplo, que una variable tenga cierto valor).</a:t>
            </a:r>
            <a:br>
              <a:rPr lang="es-ES" dirty="0"/>
            </a:br>
            <a:r>
              <a:rPr lang="es-ES" dirty="0"/>
              <a:t>Se usa para </a:t>
            </a:r>
            <a:r>
              <a:rPr lang="es-ES" b="1" dirty="0"/>
              <a:t>esperar a que algo pase</a:t>
            </a:r>
            <a:r>
              <a:rPr lang="es-ES" dirty="0"/>
              <a:t> antes de seguir, como un sensor activado o una señal específica.</a:t>
            </a:r>
          </a:p>
          <a:p>
            <a:pPr marL="342900" indent="-342900">
              <a:buFont typeface="Arial" panose="020B0604020202020204" pitchFamily="34" charset="0"/>
              <a:buChar char="•"/>
            </a:pPr>
            <a:r>
              <a:rPr lang="es-ES" b="1" dirty="0"/>
              <a:t>Repetir </a:t>
            </a:r>
            <a:r>
              <a:rPr lang="es-ES" b="1" i="1" dirty="0"/>
              <a:t>n</a:t>
            </a:r>
            <a:r>
              <a:rPr lang="es-ES" b="1" dirty="0"/>
              <a:t> veces: </a:t>
            </a:r>
            <a:r>
              <a:rPr lang="es-ES" dirty="0"/>
              <a:t>Este bloque sirve para </a:t>
            </a:r>
            <a:r>
              <a:rPr lang="es-ES" b="1" dirty="0"/>
              <a:t>repetir varios comandos</a:t>
            </a:r>
            <a:r>
              <a:rPr lang="es-ES" dirty="0"/>
              <a:t> una cantidad de veces que tú elijas.</a:t>
            </a:r>
            <a:br>
              <a:rPr lang="es-ES" dirty="0"/>
            </a:br>
            <a:r>
              <a:rPr lang="es-ES" dirty="0"/>
              <a:t>Todo lo que esté dentro del bloque se ejecutará </a:t>
            </a:r>
            <a:r>
              <a:rPr lang="es-ES" b="1" dirty="0"/>
              <a:t>una y otra vez</a:t>
            </a:r>
            <a:r>
              <a:rPr lang="es-ES" dirty="0"/>
              <a:t>, hasta completar el número de repeticiones indicado.</a:t>
            </a:r>
            <a:br>
              <a:rPr lang="es-ES" dirty="0"/>
            </a:br>
            <a:r>
              <a:rPr lang="es-ES" dirty="0"/>
              <a:t>Es ideal para </a:t>
            </a:r>
            <a:r>
              <a:rPr lang="es-ES" b="1" dirty="0"/>
              <a:t>hacer ciclos con repeticiones fijas</a:t>
            </a:r>
            <a:r>
              <a:rPr lang="es-ES" dirty="0"/>
              <a:t>.</a:t>
            </a:r>
          </a:p>
        </p:txBody>
      </p:sp>
      <p:pic>
        <p:nvPicPr>
          <p:cNvPr id="6" name="Marcador de contenido 5">
            <a:extLst>
              <a:ext uri="{FF2B5EF4-FFF2-40B4-BE49-F238E27FC236}">
                <a16:creationId xmlns:a16="http://schemas.microsoft.com/office/drawing/2014/main" id="{F224D2AC-E459-4228-94C8-87A905A6B04C}"/>
              </a:ext>
            </a:extLst>
          </p:cNvPr>
          <p:cNvPicPr>
            <a:picLocks noGrp="1" noChangeAspect="1"/>
          </p:cNvPicPr>
          <p:nvPr>
            <p:ph sz="quarter" idx="11"/>
          </p:nvPr>
        </p:nvPicPr>
        <p:blipFill>
          <a:blip r:embed="rId2"/>
          <a:stretch>
            <a:fillRect/>
          </a:stretch>
        </p:blipFill>
        <p:spPr>
          <a:xfrm>
            <a:off x="8628829" y="3050348"/>
            <a:ext cx="1375800" cy="732077"/>
          </a:xfrm>
        </p:spPr>
      </p:pic>
      <p:pic>
        <p:nvPicPr>
          <p:cNvPr id="9" name="Imagen 8">
            <a:extLst>
              <a:ext uri="{FF2B5EF4-FFF2-40B4-BE49-F238E27FC236}">
                <a16:creationId xmlns:a16="http://schemas.microsoft.com/office/drawing/2014/main" id="{0106614C-6E28-4B6A-AA29-8FA602782C6F}"/>
              </a:ext>
            </a:extLst>
          </p:cNvPr>
          <p:cNvPicPr>
            <a:picLocks noChangeAspect="1"/>
          </p:cNvPicPr>
          <p:nvPr/>
        </p:nvPicPr>
        <p:blipFill>
          <a:blip r:embed="rId3"/>
          <a:stretch>
            <a:fillRect/>
          </a:stretch>
        </p:blipFill>
        <p:spPr>
          <a:xfrm>
            <a:off x="8628829" y="4265530"/>
            <a:ext cx="1375800" cy="952477"/>
          </a:xfrm>
          <a:prstGeom prst="rect">
            <a:avLst/>
          </a:prstGeom>
        </p:spPr>
      </p:pic>
      <p:sp>
        <p:nvSpPr>
          <p:cNvPr id="2" name="Marcador de número de diapositiva 1">
            <a:extLst>
              <a:ext uri="{FF2B5EF4-FFF2-40B4-BE49-F238E27FC236}">
                <a16:creationId xmlns:a16="http://schemas.microsoft.com/office/drawing/2014/main" id="{9B4333C0-FE1F-4DC6-A0BF-47F553BB9FC7}"/>
              </a:ext>
            </a:extLst>
          </p:cNvPr>
          <p:cNvSpPr>
            <a:spLocks noGrp="1"/>
          </p:cNvSpPr>
          <p:nvPr>
            <p:ph type="sldNum" sz="quarter" idx="4"/>
          </p:nvPr>
        </p:nvSpPr>
        <p:spPr/>
        <p:txBody>
          <a:bodyPr/>
          <a:lstStyle/>
          <a:p>
            <a:pPr rtl="0"/>
            <a:fld id="{B5CEABB6-07DC-46E8-9B57-56EC44A396E5}" type="slidenum">
              <a:rPr lang="es-ES" smtClean="0"/>
              <a:pPr rtl="0"/>
              <a:t>19</a:t>
            </a:fld>
            <a:endParaRPr lang="es-ES" dirty="0"/>
          </a:p>
        </p:txBody>
      </p:sp>
      <p:pic>
        <p:nvPicPr>
          <p:cNvPr id="7" name="Imagen 6">
            <a:extLst>
              <a:ext uri="{FF2B5EF4-FFF2-40B4-BE49-F238E27FC236}">
                <a16:creationId xmlns:a16="http://schemas.microsoft.com/office/drawing/2014/main" id="{8C7D2085-40DB-43AE-BEDC-F9F723E83DA5}"/>
              </a:ext>
            </a:extLst>
          </p:cNvPr>
          <p:cNvPicPr>
            <a:picLocks noChangeAspect="1"/>
          </p:cNvPicPr>
          <p:nvPr/>
        </p:nvPicPr>
        <p:blipFill>
          <a:blip r:embed="rId4"/>
          <a:stretch>
            <a:fillRect/>
          </a:stretch>
        </p:blipFill>
        <p:spPr>
          <a:xfrm>
            <a:off x="-7543" y="-25563"/>
            <a:ext cx="888053" cy="900000"/>
          </a:xfrm>
          <a:prstGeom prst="rect">
            <a:avLst/>
          </a:prstGeom>
        </p:spPr>
      </p:pic>
    </p:spTree>
    <p:extLst>
      <p:ext uri="{BB962C8B-B14F-4D97-AF65-F5344CB8AC3E}">
        <p14:creationId xmlns:p14="http://schemas.microsoft.com/office/powerpoint/2010/main" val="18131540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4">
            <a:extLst>
              <a:ext uri="{FF2B5EF4-FFF2-40B4-BE49-F238E27FC236}">
                <a16:creationId xmlns:a16="http://schemas.microsoft.com/office/drawing/2014/main" id="{4C0EAD80-5FFD-42DA-9312-8C7D9161D809}"/>
              </a:ext>
            </a:extLst>
          </p:cNvPr>
          <p:cNvSpPr>
            <a:spLocks noGrp="1"/>
          </p:cNvSpPr>
          <p:nvPr>
            <p:ph type="title"/>
          </p:nvPr>
        </p:nvSpPr>
        <p:spPr/>
        <p:txBody>
          <a:bodyPr/>
          <a:lstStyle/>
          <a:p>
            <a:r>
              <a:rPr lang="es-ES" dirty="0"/>
              <a:t>Bloques de Control</a:t>
            </a:r>
            <a:endParaRPr lang="es-MX" dirty="0"/>
          </a:p>
        </p:txBody>
      </p:sp>
      <p:sp>
        <p:nvSpPr>
          <p:cNvPr id="8" name="Marcador de contenido 7">
            <a:extLst>
              <a:ext uri="{FF2B5EF4-FFF2-40B4-BE49-F238E27FC236}">
                <a16:creationId xmlns:a16="http://schemas.microsoft.com/office/drawing/2014/main" id="{C087E454-1902-40B8-82F1-79CCBACB0A9D}"/>
              </a:ext>
            </a:extLst>
          </p:cNvPr>
          <p:cNvSpPr>
            <a:spLocks noGrp="1"/>
          </p:cNvSpPr>
          <p:nvPr>
            <p:ph sz="quarter" idx="10"/>
          </p:nvPr>
        </p:nvSpPr>
        <p:spPr>
          <a:xfrm>
            <a:off x="914400" y="1970113"/>
            <a:ext cx="6257366" cy="3914910"/>
          </a:xfrm>
        </p:spPr>
        <p:txBody>
          <a:bodyPr>
            <a:normAutofit lnSpcReduction="10000"/>
          </a:bodyPr>
          <a:lstStyle/>
          <a:p>
            <a:pPr marL="342900" indent="-342900">
              <a:buFont typeface="Arial" panose="020B0604020202020204" pitchFamily="34" charset="0"/>
              <a:buChar char="•"/>
            </a:pPr>
            <a:r>
              <a:rPr lang="es-ES" b="1" dirty="0"/>
              <a:t>Repetir continuamente: </a:t>
            </a:r>
            <a:r>
              <a:rPr lang="es-ES" dirty="0"/>
              <a:t>Este bloque </a:t>
            </a:r>
            <a:r>
              <a:rPr lang="es-ES" b="1" dirty="0"/>
              <a:t>repite las instrucciones una y otra vez</a:t>
            </a:r>
            <a:r>
              <a:rPr lang="es-ES" dirty="0"/>
              <a:t>, sin parar.</a:t>
            </a:r>
            <a:br>
              <a:rPr lang="es-ES" dirty="0"/>
            </a:br>
            <a:r>
              <a:rPr lang="es-ES" dirty="0"/>
              <a:t>El ciclo solo se detiene cuando el programa encuentra un </a:t>
            </a:r>
            <a:r>
              <a:rPr lang="es-ES" b="1" dirty="0"/>
              <a:t>bloque de “Fin de la repetición”</a:t>
            </a:r>
            <a:r>
              <a:rPr lang="es-ES" dirty="0"/>
              <a:t> dentro del mismo bucle.</a:t>
            </a:r>
            <a:br>
              <a:rPr lang="es-ES" dirty="0"/>
            </a:br>
            <a:r>
              <a:rPr lang="es-ES" dirty="0"/>
              <a:t>Es útil cuando no sabes cuántas veces se debe repetir, pero sí sabes cuándo terminar.</a:t>
            </a:r>
          </a:p>
          <a:p>
            <a:pPr marL="342900" indent="-342900">
              <a:buFont typeface="Arial" panose="020B0604020202020204" pitchFamily="34" charset="0"/>
              <a:buChar char="•"/>
            </a:pPr>
            <a:r>
              <a:rPr lang="es-ES" b="1" dirty="0"/>
              <a:t>Fin de la repetición: </a:t>
            </a:r>
            <a:r>
              <a:rPr lang="es-ES" dirty="0"/>
              <a:t>Este bloque sirve para </a:t>
            </a:r>
            <a:r>
              <a:rPr lang="es-ES" b="1" dirty="0"/>
              <a:t>salir de un ciclo antes de que termine</a:t>
            </a:r>
            <a:r>
              <a:rPr lang="es-ES" dirty="0"/>
              <a:t>.</a:t>
            </a:r>
            <a:br>
              <a:rPr lang="es-ES" dirty="0"/>
            </a:br>
            <a:r>
              <a:rPr lang="es-ES" dirty="0"/>
              <a:t>Cuando el programa lo ejecuta, </a:t>
            </a:r>
            <a:r>
              <a:rPr lang="es-ES" b="1" dirty="0"/>
              <a:t>detiene el ciclo actual</a:t>
            </a:r>
            <a:r>
              <a:rPr lang="es-ES" dirty="0"/>
              <a:t> (ya sea “Repetir n veces” o “Repetir continuamente”) y continúa con las instrucciones que están después del ciclo.</a:t>
            </a:r>
            <a:br>
              <a:rPr lang="es-ES" dirty="0"/>
            </a:br>
            <a:r>
              <a:rPr lang="es-ES" dirty="0"/>
              <a:t>Se usa para </a:t>
            </a:r>
            <a:r>
              <a:rPr lang="es-ES" b="1" dirty="0"/>
              <a:t>romper un bucle</a:t>
            </a:r>
            <a:r>
              <a:rPr lang="es-ES" dirty="0"/>
              <a:t> si se cumple cierta condición.</a:t>
            </a:r>
          </a:p>
        </p:txBody>
      </p:sp>
      <p:pic>
        <p:nvPicPr>
          <p:cNvPr id="12" name="Imagen 11">
            <a:extLst>
              <a:ext uri="{FF2B5EF4-FFF2-40B4-BE49-F238E27FC236}">
                <a16:creationId xmlns:a16="http://schemas.microsoft.com/office/drawing/2014/main" id="{101F999C-2EA7-49BF-B2B2-A59E880D54FD}"/>
              </a:ext>
            </a:extLst>
          </p:cNvPr>
          <p:cNvPicPr>
            <a:picLocks noChangeAspect="1"/>
          </p:cNvPicPr>
          <p:nvPr/>
        </p:nvPicPr>
        <p:blipFill>
          <a:blip r:embed="rId2"/>
          <a:stretch>
            <a:fillRect/>
          </a:stretch>
        </p:blipFill>
        <p:spPr>
          <a:xfrm>
            <a:off x="8763193" y="2296098"/>
            <a:ext cx="1209844" cy="847843"/>
          </a:xfrm>
          <a:prstGeom prst="rect">
            <a:avLst/>
          </a:prstGeom>
        </p:spPr>
      </p:pic>
      <p:pic>
        <p:nvPicPr>
          <p:cNvPr id="16" name="Imagen 15">
            <a:extLst>
              <a:ext uri="{FF2B5EF4-FFF2-40B4-BE49-F238E27FC236}">
                <a16:creationId xmlns:a16="http://schemas.microsoft.com/office/drawing/2014/main" id="{0D3B9AC9-2F20-4BB9-BB2E-A82CFE34DCAA}"/>
              </a:ext>
            </a:extLst>
          </p:cNvPr>
          <p:cNvPicPr>
            <a:picLocks noChangeAspect="1"/>
          </p:cNvPicPr>
          <p:nvPr/>
        </p:nvPicPr>
        <p:blipFill>
          <a:blip r:embed="rId3"/>
          <a:stretch>
            <a:fillRect/>
          </a:stretch>
        </p:blipFill>
        <p:spPr>
          <a:xfrm>
            <a:off x="8814333" y="4349623"/>
            <a:ext cx="1107563" cy="659263"/>
          </a:xfrm>
          <a:prstGeom prst="rect">
            <a:avLst/>
          </a:prstGeom>
        </p:spPr>
      </p:pic>
      <p:sp>
        <p:nvSpPr>
          <p:cNvPr id="2" name="Marcador de número de diapositiva 1">
            <a:extLst>
              <a:ext uri="{FF2B5EF4-FFF2-40B4-BE49-F238E27FC236}">
                <a16:creationId xmlns:a16="http://schemas.microsoft.com/office/drawing/2014/main" id="{9B4333C0-FE1F-4DC6-A0BF-47F553BB9FC7}"/>
              </a:ext>
            </a:extLst>
          </p:cNvPr>
          <p:cNvSpPr>
            <a:spLocks noGrp="1"/>
          </p:cNvSpPr>
          <p:nvPr>
            <p:ph type="sldNum" sz="quarter" idx="4"/>
          </p:nvPr>
        </p:nvSpPr>
        <p:spPr/>
        <p:txBody>
          <a:bodyPr/>
          <a:lstStyle/>
          <a:p>
            <a:pPr rtl="0"/>
            <a:fld id="{B5CEABB6-07DC-46E8-9B57-56EC44A396E5}" type="slidenum">
              <a:rPr lang="es-ES" smtClean="0"/>
              <a:pPr rtl="0"/>
              <a:t>20</a:t>
            </a:fld>
            <a:endParaRPr lang="es-ES" dirty="0"/>
          </a:p>
        </p:txBody>
      </p:sp>
      <p:pic>
        <p:nvPicPr>
          <p:cNvPr id="7" name="Imagen 6">
            <a:extLst>
              <a:ext uri="{FF2B5EF4-FFF2-40B4-BE49-F238E27FC236}">
                <a16:creationId xmlns:a16="http://schemas.microsoft.com/office/drawing/2014/main" id="{F531D8AB-1D5A-4D6D-A2A4-F58483442B0F}"/>
              </a:ext>
            </a:extLst>
          </p:cNvPr>
          <p:cNvPicPr>
            <a:picLocks noChangeAspect="1"/>
          </p:cNvPicPr>
          <p:nvPr/>
        </p:nvPicPr>
        <p:blipFill>
          <a:blip r:embed="rId4"/>
          <a:stretch>
            <a:fillRect/>
          </a:stretch>
        </p:blipFill>
        <p:spPr>
          <a:xfrm>
            <a:off x="-7543" y="-25563"/>
            <a:ext cx="888053" cy="900000"/>
          </a:xfrm>
          <a:prstGeom prst="rect">
            <a:avLst/>
          </a:prstGeom>
        </p:spPr>
      </p:pic>
    </p:spTree>
    <p:extLst>
      <p:ext uri="{BB962C8B-B14F-4D97-AF65-F5344CB8AC3E}">
        <p14:creationId xmlns:p14="http://schemas.microsoft.com/office/powerpoint/2010/main" val="34401868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Marcador de contenido 5">
            <a:extLst>
              <a:ext uri="{FF2B5EF4-FFF2-40B4-BE49-F238E27FC236}">
                <a16:creationId xmlns:a16="http://schemas.microsoft.com/office/drawing/2014/main" id="{34E24264-76B7-4CEE-89C8-7ED41180125D}"/>
              </a:ext>
            </a:extLst>
          </p:cNvPr>
          <p:cNvSpPr>
            <a:spLocks noGrp="1"/>
          </p:cNvSpPr>
          <p:nvPr>
            <p:ph sz="quarter" idx="10"/>
          </p:nvPr>
        </p:nvSpPr>
        <p:spPr>
          <a:xfrm>
            <a:off x="891990" y="2211557"/>
            <a:ext cx="4967608" cy="5425185"/>
          </a:xfrm>
        </p:spPr>
        <p:txBody>
          <a:bodyPr>
            <a:normAutofit/>
          </a:bodyPr>
          <a:lstStyle/>
          <a:p>
            <a:r>
              <a:rPr lang="es-ES" sz="1800" b="1" dirty="0"/>
              <a:t>Si... </a:t>
            </a:r>
            <a:r>
              <a:rPr lang="es-ES" sz="1800" b="1" dirty="0" err="1"/>
              <a:t>Entonces:</a:t>
            </a:r>
            <a:r>
              <a:rPr lang="es-ES" sz="1800" dirty="0" err="1"/>
              <a:t>Este</a:t>
            </a:r>
            <a:r>
              <a:rPr lang="es-ES" sz="1800" dirty="0"/>
              <a:t> bloque </a:t>
            </a:r>
            <a:r>
              <a:rPr lang="es-ES" sz="1800" b="1" dirty="0"/>
              <a:t>evalúa una condición</a:t>
            </a:r>
            <a:r>
              <a:rPr lang="es-ES" sz="1800" dirty="0"/>
              <a:t> (algo que puede ser verdadero o falso). </a:t>
            </a:r>
            <a:r>
              <a:rPr lang="es-ES" sz="1800" b="1" dirty="0"/>
              <a:t>Si la condición es verdadera</a:t>
            </a:r>
            <a:r>
              <a:rPr lang="es-ES" sz="1800" dirty="0"/>
              <a:t>, se ejecutan los bloques que están dentro. </a:t>
            </a:r>
            <a:r>
              <a:rPr lang="es-ES" sz="1800" b="1" dirty="0"/>
              <a:t>Si es falsa</a:t>
            </a:r>
            <a:r>
              <a:rPr lang="es-ES" sz="1800" dirty="0"/>
              <a:t>, </a:t>
            </a:r>
            <a:r>
              <a:rPr lang="es-ES" sz="1800" b="1" dirty="0"/>
              <a:t>se salta</a:t>
            </a:r>
            <a:r>
              <a:rPr lang="es-ES" sz="1800" dirty="0"/>
              <a:t> y continúa con lo que viene después. Es como decir: </a:t>
            </a:r>
            <a:r>
              <a:rPr lang="es-ES" sz="1800" i="1" dirty="0"/>
              <a:t>“Si pasa esto, haz esto otro”</a:t>
            </a:r>
            <a:r>
              <a:rPr lang="es-ES" sz="1800" dirty="0"/>
              <a:t>.</a:t>
            </a:r>
          </a:p>
          <a:p>
            <a:r>
              <a:rPr lang="es-ES" sz="1800" b="1" dirty="0"/>
              <a:t>Si... entonces... Más: </a:t>
            </a:r>
            <a:r>
              <a:rPr lang="es-ES" sz="1800" dirty="0"/>
              <a:t>También evalúa una condición, pero con </a:t>
            </a:r>
            <a:r>
              <a:rPr lang="es-ES" sz="1800" b="1" dirty="0"/>
              <a:t>dos posibles caminos</a:t>
            </a:r>
            <a:r>
              <a:rPr lang="es-ES" sz="1800" dirty="0"/>
              <a:t>: Si la condición </a:t>
            </a:r>
            <a:r>
              <a:rPr lang="es-ES" sz="1800" b="1" dirty="0"/>
              <a:t>es verdadera</a:t>
            </a:r>
            <a:r>
              <a:rPr lang="es-ES" sz="1800" dirty="0"/>
              <a:t>, se hacen las instrucciones del primer bloque. Si la condición </a:t>
            </a:r>
            <a:r>
              <a:rPr lang="es-ES" sz="1800" b="1" dirty="0"/>
              <a:t>es falsa</a:t>
            </a:r>
            <a:r>
              <a:rPr lang="es-ES" sz="1800" dirty="0"/>
              <a:t>, se hacen las instrucciones del bloque “</a:t>
            </a:r>
            <a:r>
              <a:rPr lang="es-ES" sz="1800" b="1" dirty="0"/>
              <a:t>else</a:t>
            </a:r>
            <a:r>
              <a:rPr lang="es-ES" sz="1800" dirty="0"/>
              <a:t>”. Es como decir: </a:t>
            </a:r>
            <a:r>
              <a:rPr lang="es-ES" sz="1800" i="1" dirty="0"/>
              <a:t>“Si pasa esto, haz A; si no pasa, haz B.”</a:t>
            </a:r>
            <a:endParaRPr lang="es-ES" sz="1800" dirty="0"/>
          </a:p>
          <a:p>
            <a:endParaRPr lang="es-ES" dirty="0"/>
          </a:p>
        </p:txBody>
      </p:sp>
      <p:pic>
        <p:nvPicPr>
          <p:cNvPr id="5" name="Marcador de contenido 4">
            <a:extLst>
              <a:ext uri="{FF2B5EF4-FFF2-40B4-BE49-F238E27FC236}">
                <a16:creationId xmlns:a16="http://schemas.microsoft.com/office/drawing/2014/main" id="{C3630E98-2F42-47FA-A5E9-5C1CCF70FA96}"/>
              </a:ext>
            </a:extLst>
          </p:cNvPr>
          <p:cNvPicPr>
            <a:picLocks noGrp="1" noChangeAspect="1"/>
          </p:cNvPicPr>
          <p:nvPr>
            <p:ph sz="quarter" idx="11"/>
          </p:nvPr>
        </p:nvPicPr>
        <p:blipFill>
          <a:blip r:embed="rId2"/>
          <a:stretch>
            <a:fillRect/>
          </a:stretch>
        </p:blipFill>
        <p:spPr>
          <a:xfrm>
            <a:off x="8247591" y="2641754"/>
            <a:ext cx="1267002" cy="828791"/>
          </a:xfrm>
        </p:spPr>
      </p:pic>
      <p:pic>
        <p:nvPicPr>
          <p:cNvPr id="8" name="Imagen 7">
            <a:extLst>
              <a:ext uri="{FF2B5EF4-FFF2-40B4-BE49-F238E27FC236}">
                <a16:creationId xmlns:a16="http://schemas.microsoft.com/office/drawing/2014/main" id="{3ACD2BE2-E9AE-42A4-8ED7-B7B8B34ADD78}"/>
              </a:ext>
            </a:extLst>
          </p:cNvPr>
          <p:cNvPicPr>
            <a:picLocks noChangeAspect="1"/>
          </p:cNvPicPr>
          <p:nvPr/>
        </p:nvPicPr>
        <p:blipFill>
          <a:blip r:embed="rId3"/>
          <a:stretch>
            <a:fillRect/>
          </a:stretch>
        </p:blipFill>
        <p:spPr>
          <a:xfrm>
            <a:off x="8247591" y="4581158"/>
            <a:ext cx="1238423" cy="1295581"/>
          </a:xfrm>
          <a:prstGeom prst="rect">
            <a:avLst/>
          </a:prstGeom>
        </p:spPr>
      </p:pic>
      <p:sp>
        <p:nvSpPr>
          <p:cNvPr id="2" name="Marcador de número de diapositiva 1">
            <a:extLst>
              <a:ext uri="{FF2B5EF4-FFF2-40B4-BE49-F238E27FC236}">
                <a16:creationId xmlns:a16="http://schemas.microsoft.com/office/drawing/2014/main" id="{6985A964-FC5D-410D-9D9B-5DBD6B929D5B}"/>
              </a:ext>
            </a:extLst>
          </p:cNvPr>
          <p:cNvSpPr>
            <a:spLocks noGrp="1"/>
          </p:cNvSpPr>
          <p:nvPr>
            <p:ph type="sldNum" sz="quarter" idx="4"/>
          </p:nvPr>
        </p:nvSpPr>
        <p:spPr/>
        <p:txBody>
          <a:bodyPr/>
          <a:lstStyle/>
          <a:p>
            <a:pPr rtl="0"/>
            <a:fld id="{B5CEABB6-07DC-46E8-9B57-56EC44A396E5}" type="slidenum">
              <a:rPr lang="es-ES" smtClean="0"/>
              <a:pPr rtl="0"/>
              <a:t>21</a:t>
            </a:fld>
            <a:endParaRPr lang="es-ES" dirty="0"/>
          </a:p>
        </p:txBody>
      </p:sp>
      <p:sp>
        <p:nvSpPr>
          <p:cNvPr id="9" name="Título 4">
            <a:extLst>
              <a:ext uri="{FF2B5EF4-FFF2-40B4-BE49-F238E27FC236}">
                <a16:creationId xmlns:a16="http://schemas.microsoft.com/office/drawing/2014/main" id="{BD333960-687B-4610-88FF-E31C3ABF3B24}"/>
              </a:ext>
            </a:extLst>
          </p:cNvPr>
          <p:cNvSpPr>
            <a:spLocks noGrp="1"/>
          </p:cNvSpPr>
          <p:nvPr>
            <p:ph type="title"/>
          </p:nvPr>
        </p:nvSpPr>
        <p:spPr>
          <a:xfrm>
            <a:off x="891990" y="434225"/>
            <a:ext cx="9524998" cy="1499627"/>
          </a:xfrm>
        </p:spPr>
        <p:txBody>
          <a:bodyPr/>
          <a:lstStyle/>
          <a:p>
            <a:r>
              <a:rPr lang="es-ES" dirty="0"/>
              <a:t>Bloques de Control</a:t>
            </a:r>
            <a:endParaRPr lang="es-MX" dirty="0"/>
          </a:p>
        </p:txBody>
      </p:sp>
      <p:pic>
        <p:nvPicPr>
          <p:cNvPr id="7" name="Imagen 6">
            <a:extLst>
              <a:ext uri="{FF2B5EF4-FFF2-40B4-BE49-F238E27FC236}">
                <a16:creationId xmlns:a16="http://schemas.microsoft.com/office/drawing/2014/main" id="{191D9353-9F2E-4C4C-AC48-96604A83CED5}"/>
              </a:ext>
            </a:extLst>
          </p:cNvPr>
          <p:cNvPicPr>
            <a:picLocks noChangeAspect="1"/>
          </p:cNvPicPr>
          <p:nvPr/>
        </p:nvPicPr>
        <p:blipFill>
          <a:blip r:embed="rId4"/>
          <a:stretch>
            <a:fillRect/>
          </a:stretch>
        </p:blipFill>
        <p:spPr>
          <a:xfrm>
            <a:off x="-7543" y="-25563"/>
            <a:ext cx="888053" cy="900000"/>
          </a:xfrm>
          <a:prstGeom prst="rect">
            <a:avLst/>
          </a:prstGeom>
        </p:spPr>
      </p:pic>
    </p:spTree>
    <p:extLst>
      <p:ext uri="{BB962C8B-B14F-4D97-AF65-F5344CB8AC3E}">
        <p14:creationId xmlns:p14="http://schemas.microsoft.com/office/powerpoint/2010/main" val="13428757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Marcador de contenido 5">
            <a:extLst>
              <a:ext uri="{FF2B5EF4-FFF2-40B4-BE49-F238E27FC236}">
                <a16:creationId xmlns:a16="http://schemas.microsoft.com/office/drawing/2014/main" id="{34E24264-76B7-4CEE-89C8-7ED41180125D}"/>
              </a:ext>
            </a:extLst>
          </p:cNvPr>
          <p:cNvSpPr>
            <a:spLocks noGrp="1"/>
          </p:cNvSpPr>
          <p:nvPr>
            <p:ph sz="quarter" idx="10"/>
          </p:nvPr>
        </p:nvSpPr>
        <p:spPr>
          <a:xfrm>
            <a:off x="686881" y="1746335"/>
            <a:ext cx="4967608" cy="5425185"/>
          </a:xfrm>
        </p:spPr>
        <p:txBody>
          <a:bodyPr>
            <a:normAutofit/>
          </a:bodyPr>
          <a:lstStyle/>
          <a:p>
            <a:r>
              <a:rPr lang="es-ES" sz="1800" b="1" dirty="0"/>
              <a:t>Repetir hasta: </a:t>
            </a:r>
            <a:r>
              <a:rPr lang="es-ES" sz="1800" dirty="0"/>
              <a:t>Este bloque repite las instrucciones que contiene </a:t>
            </a:r>
            <a:r>
              <a:rPr lang="es-ES" sz="1800" b="1" dirty="0"/>
              <a:t>una y otra vez</a:t>
            </a:r>
            <a:r>
              <a:rPr lang="es-ES" sz="1800" dirty="0"/>
              <a:t>, hasta que </a:t>
            </a:r>
            <a:r>
              <a:rPr lang="es-ES" sz="1800" b="1" dirty="0"/>
              <a:t>se cumpla una condición</a:t>
            </a:r>
            <a:r>
              <a:rPr lang="es-ES" sz="1800" dirty="0"/>
              <a:t>. Mientras la condición </a:t>
            </a:r>
            <a:r>
              <a:rPr lang="es-ES" sz="1800" b="1" dirty="0"/>
              <a:t>sea falsa</a:t>
            </a:r>
            <a:r>
              <a:rPr lang="es-ES" sz="1800" dirty="0"/>
              <a:t>, el ciclo continúa. Cuando la condición </a:t>
            </a:r>
            <a:r>
              <a:rPr lang="es-ES" sz="1800" b="1" dirty="0"/>
              <a:t>se vuelve verdadera</a:t>
            </a:r>
            <a:r>
              <a:rPr lang="es-ES" sz="1800" dirty="0"/>
              <a:t>, el ciclo termina y el programa </a:t>
            </a:r>
            <a:r>
              <a:rPr lang="es-ES" sz="1800" b="1" dirty="0"/>
              <a:t>sigue con lo que viene después</a:t>
            </a:r>
            <a:r>
              <a:rPr lang="es-ES" sz="1800" dirty="0"/>
              <a:t>. Es útil para repetir acciones </a:t>
            </a:r>
            <a:r>
              <a:rPr lang="es-ES" sz="1800" b="1" dirty="0"/>
              <a:t>hasta que algo suceda</a:t>
            </a:r>
            <a:r>
              <a:rPr lang="es-ES" sz="1800" dirty="0"/>
              <a:t>.</a:t>
            </a:r>
          </a:p>
          <a:p>
            <a:r>
              <a:rPr lang="es-ES" sz="1800" b="1" dirty="0"/>
              <a:t>Establecer etiqueta: </a:t>
            </a:r>
            <a:r>
              <a:rPr lang="es-ES" sz="1800" dirty="0"/>
              <a:t>Este bloque </a:t>
            </a:r>
            <a:r>
              <a:rPr lang="es-ES" sz="1800" b="1" dirty="0"/>
              <a:t>crea una marca o punto específico</a:t>
            </a:r>
            <a:r>
              <a:rPr lang="es-ES" sz="1800" dirty="0"/>
              <a:t> en el programa.</a:t>
            </a:r>
            <a:br>
              <a:rPr lang="es-ES" sz="1800" dirty="0"/>
            </a:br>
            <a:r>
              <a:rPr lang="es-ES" sz="1800" dirty="0"/>
              <a:t>Sirve para que, más adelante, el programa </a:t>
            </a:r>
            <a:r>
              <a:rPr lang="es-ES" sz="1800" b="1" dirty="0"/>
              <a:t>pueda saltar directamente a ese punto</a:t>
            </a:r>
            <a:r>
              <a:rPr lang="es-ES" sz="1800" dirty="0"/>
              <a:t> usando el bloque “Ir a etiqueta”. Es útil para </a:t>
            </a:r>
            <a:r>
              <a:rPr lang="es-ES" sz="1800" b="1" dirty="0"/>
              <a:t>organizar o controlar el flujo</a:t>
            </a:r>
            <a:r>
              <a:rPr lang="es-ES" sz="1800" dirty="0"/>
              <a:t> del programa con saltos intencionados.</a:t>
            </a:r>
          </a:p>
        </p:txBody>
      </p:sp>
      <p:pic>
        <p:nvPicPr>
          <p:cNvPr id="12" name="Imagen 11">
            <a:extLst>
              <a:ext uri="{FF2B5EF4-FFF2-40B4-BE49-F238E27FC236}">
                <a16:creationId xmlns:a16="http://schemas.microsoft.com/office/drawing/2014/main" id="{9AC66F73-F2CF-48F2-8DE1-8644D2F957BF}"/>
              </a:ext>
            </a:extLst>
          </p:cNvPr>
          <p:cNvPicPr>
            <a:picLocks noChangeAspect="1"/>
          </p:cNvPicPr>
          <p:nvPr/>
        </p:nvPicPr>
        <p:blipFill>
          <a:blip r:embed="rId2"/>
          <a:stretch>
            <a:fillRect/>
          </a:stretch>
        </p:blipFill>
        <p:spPr>
          <a:xfrm>
            <a:off x="7587604" y="2117630"/>
            <a:ext cx="1257475" cy="857370"/>
          </a:xfrm>
          <a:prstGeom prst="rect">
            <a:avLst/>
          </a:prstGeom>
        </p:spPr>
      </p:pic>
      <p:pic>
        <p:nvPicPr>
          <p:cNvPr id="16" name="Imagen 15">
            <a:extLst>
              <a:ext uri="{FF2B5EF4-FFF2-40B4-BE49-F238E27FC236}">
                <a16:creationId xmlns:a16="http://schemas.microsoft.com/office/drawing/2014/main" id="{968C2601-2E64-4F08-A3F4-B4EDC786B1B9}"/>
              </a:ext>
            </a:extLst>
          </p:cNvPr>
          <p:cNvPicPr>
            <a:picLocks noChangeAspect="1"/>
          </p:cNvPicPr>
          <p:nvPr/>
        </p:nvPicPr>
        <p:blipFill>
          <a:blip r:embed="rId3"/>
          <a:stretch>
            <a:fillRect/>
          </a:stretch>
        </p:blipFill>
        <p:spPr>
          <a:xfrm>
            <a:off x="7576011" y="4458927"/>
            <a:ext cx="1629002" cy="476316"/>
          </a:xfrm>
          <a:prstGeom prst="rect">
            <a:avLst/>
          </a:prstGeom>
        </p:spPr>
      </p:pic>
      <p:sp>
        <p:nvSpPr>
          <p:cNvPr id="2" name="Marcador de número de diapositiva 1">
            <a:extLst>
              <a:ext uri="{FF2B5EF4-FFF2-40B4-BE49-F238E27FC236}">
                <a16:creationId xmlns:a16="http://schemas.microsoft.com/office/drawing/2014/main" id="{6985A964-FC5D-410D-9D9B-5DBD6B929D5B}"/>
              </a:ext>
            </a:extLst>
          </p:cNvPr>
          <p:cNvSpPr>
            <a:spLocks noGrp="1"/>
          </p:cNvSpPr>
          <p:nvPr>
            <p:ph type="sldNum" sz="quarter" idx="4"/>
          </p:nvPr>
        </p:nvSpPr>
        <p:spPr/>
        <p:txBody>
          <a:bodyPr/>
          <a:lstStyle/>
          <a:p>
            <a:pPr rtl="0"/>
            <a:fld id="{B5CEABB6-07DC-46E8-9B57-56EC44A396E5}" type="slidenum">
              <a:rPr lang="es-ES" smtClean="0"/>
              <a:pPr rtl="0"/>
              <a:t>22</a:t>
            </a:fld>
            <a:endParaRPr lang="es-ES" dirty="0"/>
          </a:p>
        </p:txBody>
      </p:sp>
      <p:sp>
        <p:nvSpPr>
          <p:cNvPr id="11" name="Título 4">
            <a:extLst>
              <a:ext uri="{FF2B5EF4-FFF2-40B4-BE49-F238E27FC236}">
                <a16:creationId xmlns:a16="http://schemas.microsoft.com/office/drawing/2014/main" id="{A0C612CA-C793-4E93-BBDD-909243F81349}"/>
              </a:ext>
            </a:extLst>
          </p:cNvPr>
          <p:cNvSpPr>
            <a:spLocks noGrp="1"/>
          </p:cNvSpPr>
          <p:nvPr>
            <p:ph type="title"/>
          </p:nvPr>
        </p:nvSpPr>
        <p:spPr>
          <a:xfrm>
            <a:off x="891990" y="434225"/>
            <a:ext cx="9524998" cy="1499627"/>
          </a:xfrm>
        </p:spPr>
        <p:txBody>
          <a:bodyPr/>
          <a:lstStyle/>
          <a:p>
            <a:r>
              <a:rPr lang="es-ES" dirty="0"/>
              <a:t>Bloques de Control</a:t>
            </a:r>
            <a:endParaRPr lang="es-MX" dirty="0"/>
          </a:p>
        </p:txBody>
      </p:sp>
      <p:pic>
        <p:nvPicPr>
          <p:cNvPr id="7" name="Imagen 6">
            <a:extLst>
              <a:ext uri="{FF2B5EF4-FFF2-40B4-BE49-F238E27FC236}">
                <a16:creationId xmlns:a16="http://schemas.microsoft.com/office/drawing/2014/main" id="{E29C2204-73B0-4E80-A1E9-12C431929623}"/>
              </a:ext>
            </a:extLst>
          </p:cNvPr>
          <p:cNvPicPr>
            <a:picLocks noChangeAspect="1"/>
          </p:cNvPicPr>
          <p:nvPr/>
        </p:nvPicPr>
        <p:blipFill>
          <a:blip r:embed="rId4"/>
          <a:stretch>
            <a:fillRect/>
          </a:stretch>
        </p:blipFill>
        <p:spPr>
          <a:xfrm>
            <a:off x="-7543" y="-25563"/>
            <a:ext cx="888053" cy="900000"/>
          </a:xfrm>
          <a:prstGeom prst="rect">
            <a:avLst/>
          </a:prstGeom>
        </p:spPr>
      </p:pic>
    </p:spTree>
    <p:extLst>
      <p:ext uri="{BB962C8B-B14F-4D97-AF65-F5344CB8AC3E}">
        <p14:creationId xmlns:p14="http://schemas.microsoft.com/office/powerpoint/2010/main" val="24867662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Marcador de contenido 5">
            <a:extLst>
              <a:ext uri="{FF2B5EF4-FFF2-40B4-BE49-F238E27FC236}">
                <a16:creationId xmlns:a16="http://schemas.microsoft.com/office/drawing/2014/main" id="{34E24264-76B7-4CEE-89C8-7ED41180125D}"/>
              </a:ext>
            </a:extLst>
          </p:cNvPr>
          <p:cNvSpPr>
            <a:spLocks noGrp="1"/>
          </p:cNvSpPr>
          <p:nvPr>
            <p:ph sz="quarter" idx="10"/>
          </p:nvPr>
        </p:nvSpPr>
        <p:spPr>
          <a:xfrm>
            <a:off x="686881" y="2083608"/>
            <a:ext cx="4967608" cy="5425185"/>
          </a:xfrm>
        </p:spPr>
        <p:txBody>
          <a:bodyPr>
            <a:normAutofit/>
          </a:bodyPr>
          <a:lstStyle/>
          <a:p>
            <a:r>
              <a:rPr lang="es-ES" sz="1800" b="1" dirty="0"/>
              <a:t>Ir a etiqueta: </a:t>
            </a:r>
            <a:r>
              <a:rPr lang="es-ES" sz="1800" dirty="0"/>
              <a:t>Este bloque hace que el programa </a:t>
            </a:r>
            <a:r>
              <a:rPr lang="es-ES" sz="1800" b="1" dirty="0"/>
              <a:t>salte directamente</a:t>
            </a:r>
            <a:r>
              <a:rPr lang="es-ES" sz="1800" dirty="0"/>
              <a:t> a una parte específica del código marcada con una </a:t>
            </a:r>
            <a:r>
              <a:rPr lang="es-ES" sz="1800" b="1" dirty="0"/>
              <a:t>etiqueta</a:t>
            </a:r>
            <a:r>
              <a:rPr lang="es-ES" sz="1800" dirty="0"/>
              <a:t>. Desde ahí, el programa </a:t>
            </a:r>
            <a:r>
              <a:rPr lang="es-ES" sz="1800" b="1" dirty="0"/>
              <a:t>continúa ejecutando normalmente</a:t>
            </a:r>
            <a:r>
              <a:rPr lang="es-ES" sz="1800" dirty="0"/>
              <a:t>.</a:t>
            </a:r>
            <a:br>
              <a:rPr lang="es-ES" sz="1800" dirty="0"/>
            </a:br>
            <a:r>
              <a:rPr lang="es-ES" sz="1800" dirty="0"/>
              <a:t>Es útil para </a:t>
            </a:r>
            <a:r>
              <a:rPr lang="es-ES" sz="1800" b="1" dirty="0"/>
              <a:t>repetir acciones</a:t>
            </a:r>
            <a:r>
              <a:rPr lang="es-ES" sz="1800" dirty="0"/>
              <a:t> o </a:t>
            </a:r>
            <a:r>
              <a:rPr lang="es-ES" sz="1800" b="1" dirty="0"/>
              <a:t>organizar mejor el flujo</a:t>
            </a:r>
            <a:r>
              <a:rPr lang="es-ES" sz="1800" dirty="0"/>
              <a:t> del programa.</a:t>
            </a:r>
          </a:p>
          <a:p>
            <a:r>
              <a:rPr lang="es-ES" sz="1800" b="1" dirty="0"/>
              <a:t>Comandos de plegado: </a:t>
            </a:r>
            <a:r>
              <a:rPr lang="es-ES" sz="1800" dirty="0"/>
              <a:t>Estos bloques sirven para </a:t>
            </a:r>
            <a:r>
              <a:rPr lang="es-ES" sz="1800" b="1" dirty="0"/>
              <a:t>esconder o mostrar</a:t>
            </a:r>
            <a:r>
              <a:rPr lang="es-ES" sz="1800" dirty="0"/>
              <a:t> los bloques que están dentro de otros. </a:t>
            </a:r>
            <a:r>
              <a:rPr lang="es-ES" sz="1800" b="1" dirty="0"/>
              <a:t>No cambian</a:t>
            </a:r>
            <a:r>
              <a:rPr lang="es-ES" sz="1800" dirty="0"/>
              <a:t> cómo funciona el programa. Solo sirven para que el código </a:t>
            </a:r>
            <a:r>
              <a:rPr lang="es-ES" sz="1800" b="1" dirty="0"/>
              <a:t>se vea más limpio y ordenado</a:t>
            </a:r>
            <a:r>
              <a:rPr lang="es-ES" sz="1800" dirty="0"/>
              <a:t>.</a:t>
            </a:r>
            <a:br>
              <a:rPr lang="es-ES" sz="1800" dirty="0"/>
            </a:br>
            <a:r>
              <a:rPr lang="es-ES" sz="1800" dirty="0"/>
              <a:t>Son útiles cuando el programa es muy largo y quieres enfocarte en partes específicas.</a:t>
            </a:r>
          </a:p>
          <a:p>
            <a:pPr marL="0" indent="0">
              <a:buNone/>
            </a:pPr>
            <a:endParaRPr lang="es-ES" dirty="0"/>
          </a:p>
        </p:txBody>
      </p:sp>
      <p:pic>
        <p:nvPicPr>
          <p:cNvPr id="19" name="Imagen 18">
            <a:extLst>
              <a:ext uri="{FF2B5EF4-FFF2-40B4-BE49-F238E27FC236}">
                <a16:creationId xmlns:a16="http://schemas.microsoft.com/office/drawing/2014/main" id="{18F13F32-8365-402E-982F-2A5CDF63A233}"/>
              </a:ext>
            </a:extLst>
          </p:cNvPr>
          <p:cNvPicPr>
            <a:picLocks noChangeAspect="1"/>
          </p:cNvPicPr>
          <p:nvPr/>
        </p:nvPicPr>
        <p:blipFill>
          <a:blip r:embed="rId2"/>
          <a:stretch>
            <a:fillRect/>
          </a:stretch>
        </p:blipFill>
        <p:spPr>
          <a:xfrm>
            <a:off x="7756203" y="2610656"/>
            <a:ext cx="1390844" cy="476316"/>
          </a:xfrm>
          <a:prstGeom prst="rect">
            <a:avLst/>
          </a:prstGeom>
        </p:spPr>
      </p:pic>
      <p:sp>
        <p:nvSpPr>
          <p:cNvPr id="2" name="Marcador de número de diapositiva 1">
            <a:extLst>
              <a:ext uri="{FF2B5EF4-FFF2-40B4-BE49-F238E27FC236}">
                <a16:creationId xmlns:a16="http://schemas.microsoft.com/office/drawing/2014/main" id="{6985A964-FC5D-410D-9D9B-5DBD6B929D5B}"/>
              </a:ext>
            </a:extLst>
          </p:cNvPr>
          <p:cNvSpPr>
            <a:spLocks noGrp="1"/>
          </p:cNvSpPr>
          <p:nvPr>
            <p:ph type="sldNum" sz="quarter" idx="4"/>
          </p:nvPr>
        </p:nvSpPr>
        <p:spPr/>
        <p:txBody>
          <a:bodyPr/>
          <a:lstStyle/>
          <a:p>
            <a:pPr rtl="0"/>
            <a:fld id="{B5CEABB6-07DC-46E8-9B57-56EC44A396E5}" type="slidenum">
              <a:rPr lang="es-ES" smtClean="0"/>
              <a:pPr rtl="0"/>
              <a:t>23</a:t>
            </a:fld>
            <a:endParaRPr lang="es-ES" dirty="0"/>
          </a:p>
        </p:txBody>
      </p:sp>
      <p:sp>
        <p:nvSpPr>
          <p:cNvPr id="11" name="Título 4">
            <a:extLst>
              <a:ext uri="{FF2B5EF4-FFF2-40B4-BE49-F238E27FC236}">
                <a16:creationId xmlns:a16="http://schemas.microsoft.com/office/drawing/2014/main" id="{5A249B0C-C792-4D50-A6FD-4DC0A8FD4AFE}"/>
              </a:ext>
            </a:extLst>
          </p:cNvPr>
          <p:cNvSpPr>
            <a:spLocks noGrp="1"/>
          </p:cNvSpPr>
          <p:nvPr>
            <p:ph type="title"/>
          </p:nvPr>
        </p:nvSpPr>
        <p:spPr>
          <a:xfrm>
            <a:off x="891990" y="434225"/>
            <a:ext cx="9524998" cy="1499627"/>
          </a:xfrm>
        </p:spPr>
        <p:txBody>
          <a:bodyPr/>
          <a:lstStyle/>
          <a:p>
            <a:r>
              <a:rPr lang="es-ES" dirty="0"/>
              <a:t>Bloques de Control</a:t>
            </a:r>
            <a:endParaRPr lang="es-MX" dirty="0"/>
          </a:p>
        </p:txBody>
      </p:sp>
      <p:pic>
        <p:nvPicPr>
          <p:cNvPr id="13" name="Marcador de contenido 4">
            <a:extLst>
              <a:ext uri="{FF2B5EF4-FFF2-40B4-BE49-F238E27FC236}">
                <a16:creationId xmlns:a16="http://schemas.microsoft.com/office/drawing/2014/main" id="{321653E4-5CDA-43F6-80DD-6E093FF8A0C7}"/>
              </a:ext>
            </a:extLst>
          </p:cNvPr>
          <p:cNvPicPr>
            <a:picLocks noGrp="1" noChangeAspect="1"/>
          </p:cNvPicPr>
          <p:nvPr>
            <p:ph sz="quarter" idx="11"/>
          </p:nvPr>
        </p:nvPicPr>
        <p:blipFill>
          <a:blip r:embed="rId3"/>
          <a:stretch>
            <a:fillRect/>
          </a:stretch>
        </p:blipFill>
        <p:spPr>
          <a:xfrm>
            <a:off x="7734411" y="4451855"/>
            <a:ext cx="1695687" cy="885949"/>
          </a:xfrm>
        </p:spPr>
      </p:pic>
      <p:pic>
        <p:nvPicPr>
          <p:cNvPr id="7" name="Imagen 6">
            <a:extLst>
              <a:ext uri="{FF2B5EF4-FFF2-40B4-BE49-F238E27FC236}">
                <a16:creationId xmlns:a16="http://schemas.microsoft.com/office/drawing/2014/main" id="{FF2F1761-4757-455A-8D9D-C4496B620E73}"/>
              </a:ext>
            </a:extLst>
          </p:cNvPr>
          <p:cNvPicPr>
            <a:picLocks noChangeAspect="1"/>
          </p:cNvPicPr>
          <p:nvPr/>
        </p:nvPicPr>
        <p:blipFill>
          <a:blip r:embed="rId4"/>
          <a:stretch>
            <a:fillRect/>
          </a:stretch>
        </p:blipFill>
        <p:spPr>
          <a:xfrm>
            <a:off x="-7543" y="-25563"/>
            <a:ext cx="888053" cy="900000"/>
          </a:xfrm>
          <a:prstGeom prst="rect">
            <a:avLst/>
          </a:prstGeom>
        </p:spPr>
      </p:pic>
    </p:spTree>
    <p:extLst>
      <p:ext uri="{BB962C8B-B14F-4D97-AF65-F5344CB8AC3E}">
        <p14:creationId xmlns:p14="http://schemas.microsoft.com/office/powerpoint/2010/main" val="10911550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Marcador de contenido 5">
            <a:extLst>
              <a:ext uri="{FF2B5EF4-FFF2-40B4-BE49-F238E27FC236}">
                <a16:creationId xmlns:a16="http://schemas.microsoft.com/office/drawing/2014/main" id="{34E24264-76B7-4CEE-89C8-7ED41180125D}"/>
              </a:ext>
            </a:extLst>
          </p:cNvPr>
          <p:cNvSpPr>
            <a:spLocks noGrp="1"/>
          </p:cNvSpPr>
          <p:nvPr>
            <p:ph sz="quarter" idx="10"/>
          </p:nvPr>
        </p:nvSpPr>
        <p:spPr>
          <a:xfrm>
            <a:off x="891990" y="2156885"/>
            <a:ext cx="5755341" cy="6196404"/>
          </a:xfrm>
        </p:spPr>
        <p:txBody>
          <a:bodyPr>
            <a:normAutofit/>
          </a:bodyPr>
          <a:lstStyle/>
          <a:p>
            <a:r>
              <a:rPr lang="es-ES" b="1" dirty="0"/>
              <a:t>Pausa: </a:t>
            </a:r>
            <a:r>
              <a:rPr lang="es-ES" dirty="0"/>
              <a:t>Este bloque </a:t>
            </a:r>
            <a:r>
              <a:rPr lang="es-ES" b="1" dirty="0"/>
              <a:t>detiene el programa</a:t>
            </a:r>
            <a:r>
              <a:rPr lang="es-ES" dirty="0"/>
              <a:t> justo en ese punto. Es útil cuando necesitas </a:t>
            </a:r>
            <a:r>
              <a:rPr lang="es-ES" b="1" dirty="0"/>
              <a:t>esperar una acción manual</a:t>
            </a:r>
            <a:r>
              <a:rPr lang="es-ES" dirty="0"/>
              <a:t>, </a:t>
            </a:r>
            <a:r>
              <a:rPr lang="es-ES" b="1" dirty="0"/>
              <a:t>revisar algo</a:t>
            </a:r>
            <a:r>
              <a:rPr lang="es-ES" dirty="0"/>
              <a:t> o simplemente hacer una pausa antes de seguir con la ejecución.</a:t>
            </a:r>
          </a:p>
          <a:p>
            <a:r>
              <a:rPr lang="es-ES" b="1" dirty="0"/>
              <a:t>Establecer la detección de colisiones: </a:t>
            </a:r>
            <a:r>
              <a:rPr lang="es-ES" dirty="0"/>
              <a:t>Este bloque permite </a:t>
            </a:r>
            <a:r>
              <a:rPr lang="es-ES" b="1" dirty="0"/>
              <a:t>ajustar qué tan sensible es el robot</a:t>
            </a:r>
            <a:r>
              <a:rPr lang="es-ES" dirty="0"/>
              <a:t> a posibles colisiones mientras se ejecuta un proyecto. Solo funciona </a:t>
            </a:r>
            <a:r>
              <a:rPr lang="es-ES" b="1" dirty="0"/>
              <a:t>durante la ejecución</a:t>
            </a:r>
            <a:r>
              <a:rPr lang="es-ES" dirty="0"/>
              <a:t>. Cuando el programa se detiene, la configuración </a:t>
            </a:r>
            <a:r>
              <a:rPr lang="es-ES" b="1" dirty="0"/>
              <a:t>vuelve a la original</a:t>
            </a:r>
            <a:r>
              <a:rPr lang="es-ES" dirty="0"/>
              <a:t>. Es útil para aumentar la seguridad o evitar daños en tareas delicadas.</a:t>
            </a:r>
          </a:p>
          <a:p>
            <a:endParaRPr lang="es-ES" dirty="0"/>
          </a:p>
        </p:txBody>
      </p:sp>
      <p:pic>
        <p:nvPicPr>
          <p:cNvPr id="9" name="Imagen 8">
            <a:extLst>
              <a:ext uri="{FF2B5EF4-FFF2-40B4-BE49-F238E27FC236}">
                <a16:creationId xmlns:a16="http://schemas.microsoft.com/office/drawing/2014/main" id="{51E5670C-1EF3-4197-B65D-D8CB199AC893}"/>
              </a:ext>
            </a:extLst>
          </p:cNvPr>
          <p:cNvPicPr>
            <a:picLocks noChangeAspect="1"/>
          </p:cNvPicPr>
          <p:nvPr/>
        </p:nvPicPr>
        <p:blipFill>
          <a:blip r:embed="rId2"/>
          <a:stretch>
            <a:fillRect/>
          </a:stretch>
        </p:blipFill>
        <p:spPr>
          <a:xfrm>
            <a:off x="8940542" y="2501808"/>
            <a:ext cx="543001" cy="504895"/>
          </a:xfrm>
          <a:prstGeom prst="rect">
            <a:avLst/>
          </a:prstGeom>
        </p:spPr>
      </p:pic>
      <p:pic>
        <p:nvPicPr>
          <p:cNvPr id="12" name="Imagen 11">
            <a:extLst>
              <a:ext uri="{FF2B5EF4-FFF2-40B4-BE49-F238E27FC236}">
                <a16:creationId xmlns:a16="http://schemas.microsoft.com/office/drawing/2014/main" id="{4F89D11A-20E8-4324-8A99-77B267B9F3EE}"/>
              </a:ext>
            </a:extLst>
          </p:cNvPr>
          <p:cNvPicPr>
            <a:picLocks noChangeAspect="1"/>
          </p:cNvPicPr>
          <p:nvPr/>
        </p:nvPicPr>
        <p:blipFill>
          <a:blip r:embed="rId3"/>
          <a:stretch>
            <a:fillRect/>
          </a:stretch>
        </p:blipFill>
        <p:spPr>
          <a:xfrm>
            <a:off x="8211554" y="4413384"/>
            <a:ext cx="1971950" cy="428685"/>
          </a:xfrm>
          <a:prstGeom prst="rect">
            <a:avLst/>
          </a:prstGeom>
        </p:spPr>
      </p:pic>
      <p:sp>
        <p:nvSpPr>
          <p:cNvPr id="2" name="Marcador de número de diapositiva 1">
            <a:extLst>
              <a:ext uri="{FF2B5EF4-FFF2-40B4-BE49-F238E27FC236}">
                <a16:creationId xmlns:a16="http://schemas.microsoft.com/office/drawing/2014/main" id="{8EC76DF4-CF2D-46FE-A839-A980E1471E1C}"/>
              </a:ext>
            </a:extLst>
          </p:cNvPr>
          <p:cNvSpPr>
            <a:spLocks noGrp="1"/>
          </p:cNvSpPr>
          <p:nvPr>
            <p:ph type="sldNum" sz="quarter" idx="4"/>
          </p:nvPr>
        </p:nvSpPr>
        <p:spPr/>
        <p:txBody>
          <a:bodyPr/>
          <a:lstStyle/>
          <a:p>
            <a:pPr rtl="0"/>
            <a:fld id="{B5CEABB6-07DC-46E8-9B57-56EC44A396E5}" type="slidenum">
              <a:rPr lang="es-ES" smtClean="0"/>
              <a:pPr rtl="0"/>
              <a:t>24</a:t>
            </a:fld>
            <a:endParaRPr lang="es-ES" dirty="0"/>
          </a:p>
        </p:txBody>
      </p:sp>
      <p:sp>
        <p:nvSpPr>
          <p:cNvPr id="11" name="Título 4">
            <a:extLst>
              <a:ext uri="{FF2B5EF4-FFF2-40B4-BE49-F238E27FC236}">
                <a16:creationId xmlns:a16="http://schemas.microsoft.com/office/drawing/2014/main" id="{D8BECAD6-8CC6-468E-B2DD-F24E8A7C7BE3}"/>
              </a:ext>
            </a:extLst>
          </p:cNvPr>
          <p:cNvSpPr>
            <a:spLocks noGrp="1"/>
          </p:cNvSpPr>
          <p:nvPr>
            <p:ph type="title"/>
          </p:nvPr>
        </p:nvSpPr>
        <p:spPr>
          <a:xfrm>
            <a:off x="891990" y="434225"/>
            <a:ext cx="9524998" cy="1499627"/>
          </a:xfrm>
        </p:spPr>
        <p:txBody>
          <a:bodyPr/>
          <a:lstStyle/>
          <a:p>
            <a:r>
              <a:rPr lang="es-ES" dirty="0"/>
              <a:t>Bloques de Control</a:t>
            </a:r>
            <a:endParaRPr lang="es-MX" dirty="0"/>
          </a:p>
        </p:txBody>
      </p:sp>
      <p:pic>
        <p:nvPicPr>
          <p:cNvPr id="7" name="Imagen 6">
            <a:extLst>
              <a:ext uri="{FF2B5EF4-FFF2-40B4-BE49-F238E27FC236}">
                <a16:creationId xmlns:a16="http://schemas.microsoft.com/office/drawing/2014/main" id="{C173773C-F531-43A0-BF19-68AED30F3BE7}"/>
              </a:ext>
            </a:extLst>
          </p:cNvPr>
          <p:cNvPicPr>
            <a:picLocks noChangeAspect="1"/>
          </p:cNvPicPr>
          <p:nvPr/>
        </p:nvPicPr>
        <p:blipFill>
          <a:blip r:embed="rId4"/>
          <a:stretch>
            <a:fillRect/>
          </a:stretch>
        </p:blipFill>
        <p:spPr>
          <a:xfrm>
            <a:off x="-7543" y="-25563"/>
            <a:ext cx="888053" cy="900000"/>
          </a:xfrm>
          <a:prstGeom prst="rect">
            <a:avLst/>
          </a:prstGeom>
        </p:spPr>
      </p:pic>
    </p:spTree>
    <p:extLst>
      <p:ext uri="{BB962C8B-B14F-4D97-AF65-F5344CB8AC3E}">
        <p14:creationId xmlns:p14="http://schemas.microsoft.com/office/powerpoint/2010/main" val="20082762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Marcador de contenido 5">
            <a:extLst>
              <a:ext uri="{FF2B5EF4-FFF2-40B4-BE49-F238E27FC236}">
                <a16:creationId xmlns:a16="http://schemas.microsoft.com/office/drawing/2014/main" id="{34E24264-76B7-4CEE-89C8-7ED41180125D}"/>
              </a:ext>
            </a:extLst>
          </p:cNvPr>
          <p:cNvSpPr>
            <a:spLocks noGrp="1"/>
          </p:cNvSpPr>
          <p:nvPr>
            <p:ph sz="quarter" idx="10"/>
          </p:nvPr>
        </p:nvSpPr>
        <p:spPr>
          <a:xfrm>
            <a:off x="574205" y="1643566"/>
            <a:ext cx="5755341" cy="6196404"/>
          </a:xfrm>
        </p:spPr>
        <p:txBody>
          <a:bodyPr>
            <a:normAutofit/>
          </a:bodyPr>
          <a:lstStyle/>
          <a:p>
            <a:r>
              <a:rPr lang="es-ES" sz="1700" b="1" dirty="0"/>
              <a:t>Modificar el sistema de coordenadas del usuario: </a:t>
            </a:r>
            <a:r>
              <a:rPr lang="es-ES" sz="1700" dirty="0"/>
              <a:t>Este bloque permite </a:t>
            </a:r>
            <a:r>
              <a:rPr lang="es-ES" sz="1700" b="1" dirty="0"/>
              <a:t>cambiar el punto de referencia</a:t>
            </a:r>
            <a:r>
              <a:rPr lang="es-ES" sz="1700" dirty="0"/>
              <a:t> desde donde el robot mide sus movimientos, definido por el usuario. El cambio es </a:t>
            </a:r>
            <a:r>
              <a:rPr lang="es-ES" sz="1700" b="1" dirty="0"/>
              <a:t>temporal</a:t>
            </a:r>
            <a:r>
              <a:rPr lang="es-ES" sz="1700" dirty="0"/>
              <a:t>: solo funciona mientras el proyecto está en ejecución. Al terminar el programa, </a:t>
            </a:r>
            <a:r>
              <a:rPr lang="es-ES" sz="1700" b="1" dirty="0"/>
              <a:t>se regresa al sistema de coordenadas anterior</a:t>
            </a:r>
            <a:r>
              <a:rPr lang="es-ES" sz="1700" dirty="0"/>
              <a:t>. Se usa cuando necesitas que el robot trabaje </a:t>
            </a:r>
            <a:r>
              <a:rPr lang="es-ES" sz="1700" b="1" dirty="0"/>
              <a:t>desde otro punto de origen</a:t>
            </a:r>
            <a:r>
              <a:rPr lang="es-ES" sz="1700" dirty="0"/>
              <a:t> específico, sin cambiar la configuración principal.</a:t>
            </a:r>
          </a:p>
          <a:p>
            <a:r>
              <a:rPr lang="es-ES" sz="1700" b="1" dirty="0"/>
              <a:t>Modificar el sistema de coordenadas de la herramienta: </a:t>
            </a:r>
            <a:r>
              <a:rPr lang="es-ES" sz="1700" dirty="0"/>
              <a:t>Este bloque permite ajustar </a:t>
            </a:r>
            <a:r>
              <a:rPr lang="es-ES" sz="1700" b="1" dirty="0"/>
              <a:t>la posición y orientación de la herramienta</a:t>
            </a:r>
            <a:r>
              <a:rPr lang="es-ES" sz="1700" dirty="0"/>
              <a:t> que usa el robot (por ejemplo, una pinza o lápiz). El cambio también es </a:t>
            </a:r>
            <a:r>
              <a:rPr lang="es-ES" sz="1700" b="1" dirty="0"/>
              <a:t>temporal</a:t>
            </a:r>
            <a:r>
              <a:rPr lang="es-ES" sz="1700" dirty="0"/>
              <a:t> y solo aplica durante la ejecución. Cuando el proyecto termina, se </a:t>
            </a:r>
            <a:r>
              <a:rPr lang="es-ES" sz="1700" b="1" dirty="0"/>
              <a:t>restablece la configuración anterior</a:t>
            </a:r>
            <a:r>
              <a:rPr lang="es-ES" sz="1700" dirty="0"/>
              <a:t>. Es útil cuando cambias de herramienta o su forma de uso durante una tarea específica.</a:t>
            </a:r>
          </a:p>
          <a:p>
            <a:endParaRPr lang="es-ES" dirty="0"/>
          </a:p>
        </p:txBody>
      </p:sp>
      <p:pic>
        <p:nvPicPr>
          <p:cNvPr id="15" name="Imagen 14">
            <a:extLst>
              <a:ext uri="{FF2B5EF4-FFF2-40B4-BE49-F238E27FC236}">
                <a16:creationId xmlns:a16="http://schemas.microsoft.com/office/drawing/2014/main" id="{416DCD64-74E5-403B-B2A3-A34FC700EED1}"/>
              </a:ext>
            </a:extLst>
          </p:cNvPr>
          <p:cNvPicPr>
            <a:picLocks noChangeAspect="1"/>
          </p:cNvPicPr>
          <p:nvPr/>
        </p:nvPicPr>
        <p:blipFill>
          <a:blip r:embed="rId2"/>
          <a:stretch>
            <a:fillRect/>
          </a:stretch>
        </p:blipFill>
        <p:spPr>
          <a:xfrm>
            <a:off x="7149814" y="2423966"/>
            <a:ext cx="4086795" cy="466790"/>
          </a:xfrm>
          <a:prstGeom prst="rect">
            <a:avLst/>
          </a:prstGeom>
        </p:spPr>
      </p:pic>
      <p:pic>
        <p:nvPicPr>
          <p:cNvPr id="17" name="Imagen 16">
            <a:extLst>
              <a:ext uri="{FF2B5EF4-FFF2-40B4-BE49-F238E27FC236}">
                <a16:creationId xmlns:a16="http://schemas.microsoft.com/office/drawing/2014/main" id="{AE519E60-1842-49DE-B587-57B50AECCB6E}"/>
              </a:ext>
            </a:extLst>
          </p:cNvPr>
          <p:cNvPicPr>
            <a:picLocks noChangeAspect="1"/>
          </p:cNvPicPr>
          <p:nvPr/>
        </p:nvPicPr>
        <p:blipFill>
          <a:blip r:embed="rId3"/>
          <a:stretch>
            <a:fillRect/>
          </a:stretch>
        </p:blipFill>
        <p:spPr>
          <a:xfrm>
            <a:off x="7183157" y="4218202"/>
            <a:ext cx="4020111" cy="419158"/>
          </a:xfrm>
          <a:prstGeom prst="rect">
            <a:avLst/>
          </a:prstGeom>
        </p:spPr>
      </p:pic>
      <p:sp>
        <p:nvSpPr>
          <p:cNvPr id="2" name="Marcador de número de diapositiva 1">
            <a:extLst>
              <a:ext uri="{FF2B5EF4-FFF2-40B4-BE49-F238E27FC236}">
                <a16:creationId xmlns:a16="http://schemas.microsoft.com/office/drawing/2014/main" id="{8EC76DF4-CF2D-46FE-A839-A980E1471E1C}"/>
              </a:ext>
            </a:extLst>
          </p:cNvPr>
          <p:cNvSpPr>
            <a:spLocks noGrp="1"/>
          </p:cNvSpPr>
          <p:nvPr>
            <p:ph type="sldNum" sz="quarter" idx="4"/>
          </p:nvPr>
        </p:nvSpPr>
        <p:spPr/>
        <p:txBody>
          <a:bodyPr/>
          <a:lstStyle/>
          <a:p>
            <a:pPr rtl="0"/>
            <a:fld id="{B5CEABB6-07DC-46E8-9B57-56EC44A396E5}" type="slidenum">
              <a:rPr lang="es-ES" smtClean="0"/>
              <a:pPr rtl="0"/>
              <a:t>25</a:t>
            </a:fld>
            <a:endParaRPr lang="es-ES" dirty="0"/>
          </a:p>
        </p:txBody>
      </p:sp>
      <p:sp>
        <p:nvSpPr>
          <p:cNvPr id="8" name="Título 4">
            <a:extLst>
              <a:ext uri="{FF2B5EF4-FFF2-40B4-BE49-F238E27FC236}">
                <a16:creationId xmlns:a16="http://schemas.microsoft.com/office/drawing/2014/main" id="{8646E433-BAF2-40FA-9123-8FBF83E6691C}"/>
              </a:ext>
            </a:extLst>
          </p:cNvPr>
          <p:cNvSpPr>
            <a:spLocks noGrp="1"/>
          </p:cNvSpPr>
          <p:nvPr>
            <p:ph type="title"/>
          </p:nvPr>
        </p:nvSpPr>
        <p:spPr>
          <a:xfrm>
            <a:off x="891990" y="434225"/>
            <a:ext cx="9524998" cy="1499627"/>
          </a:xfrm>
        </p:spPr>
        <p:txBody>
          <a:bodyPr/>
          <a:lstStyle/>
          <a:p>
            <a:r>
              <a:rPr lang="es-ES" dirty="0"/>
              <a:t>Bloques de Control</a:t>
            </a:r>
            <a:endParaRPr lang="es-MX" dirty="0"/>
          </a:p>
        </p:txBody>
      </p:sp>
      <p:pic>
        <p:nvPicPr>
          <p:cNvPr id="7" name="Imagen 6">
            <a:extLst>
              <a:ext uri="{FF2B5EF4-FFF2-40B4-BE49-F238E27FC236}">
                <a16:creationId xmlns:a16="http://schemas.microsoft.com/office/drawing/2014/main" id="{A6D9EF0D-9214-4045-9E69-F563B90F8453}"/>
              </a:ext>
            </a:extLst>
          </p:cNvPr>
          <p:cNvPicPr>
            <a:picLocks noChangeAspect="1"/>
          </p:cNvPicPr>
          <p:nvPr/>
        </p:nvPicPr>
        <p:blipFill>
          <a:blip r:embed="rId4"/>
          <a:stretch>
            <a:fillRect/>
          </a:stretch>
        </p:blipFill>
        <p:spPr>
          <a:xfrm>
            <a:off x="-7543" y="-25563"/>
            <a:ext cx="888053" cy="900000"/>
          </a:xfrm>
          <a:prstGeom prst="rect">
            <a:avLst/>
          </a:prstGeom>
        </p:spPr>
      </p:pic>
    </p:spTree>
    <p:extLst>
      <p:ext uri="{BB962C8B-B14F-4D97-AF65-F5344CB8AC3E}">
        <p14:creationId xmlns:p14="http://schemas.microsoft.com/office/powerpoint/2010/main" val="18865918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Marcador de contenido 5">
            <a:extLst>
              <a:ext uri="{FF2B5EF4-FFF2-40B4-BE49-F238E27FC236}">
                <a16:creationId xmlns:a16="http://schemas.microsoft.com/office/drawing/2014/main" id="{34E24264-76B7-4CEE-89C8-7ED41180125D}"/>
              </a:ext>
            </a:extLst>
          </p:cNvPr>
          <p:cNvSpPr>
            <a:spLocks noGrp="1"/>
          </p:cNvSpPr>
          <p:nvPr>
            <p:ph sz="quarter" idx="10"/>
          </p:nvPr>
        </p:nvSpPr>
        <p:spPr>
          <a:xfrm>
            <a:off x="545431" y="2161674"/>
            <a:ext cx="5755341" cy="6196404"/>
          </a:xfrm>
        </p:spPr>
        <p:txBody>
          <a:bodyPr>
            <a:normAutofit/>
          </a:bodyPr>
          <a:lstStyle/>
          <a:p>
            <a:r>
              <a:rPr lang="es-ES" sz="1700" b="1" dirty="0"/>
              <a:t>Crear paletizado: </a:t>
            </a:r>
            <a:r>
              <a:rPr lang="es-ES" sz="1700" dirty="0"/>
              <a:t>Este bloque sirve para </a:t>
            </a:r>
            <a:r>
              <a:rPr lang="es-ES" sz="1700" b="1" dirty="0"/>
              <a:t>configurar cómo el robot colocará objetos</a:t>
            </a:r>
            <a:r>
              <a:rPr lang="es-ES" sz="1700" dirty="0"/>
              <a:t> en un patrón ordenado (como una cuadrícula o pila). Puedes definir </a:t>
            </a:r>
            <a:r>
              <a:rPr lang="es-ES" sz="1700" b="1" dirty="0"/>
              <a:t>cuántas filas, columnas y niveles</a:t>
            </a:r>
            <a:r>
              <a:rPr lang="es-ES" sz="1700" dirty="0"/>
              <a:t> tendrá. El robot usará esta información para colocar los objetos de forma precisa y organizada. Es ideal para tareas como </a:t>
            </a:r>
            <a:r>
              <a:rPr lang="es-ES" sz="1700" b="1" dirty="0"/>
              <a:t>empaquetar, ordenar o apilar piezas</a:t>
            </a:r>
            <a:r>
              <a:rPr lang="es-ES" sz="1700" dirty="0"/>
              <a:t>.</a:t>
            </a:r>
          </a:p>
          <a:p>
            <a:r>
              <a:rPr lang="es-ES" sz="1700" b="1" dirty="0"/>
              <a:t>Obtener el recuento de puntos de paletizado: </a:t>
            </a:r>
            <a:r>
              <a:rPr lang="es-ES" sz="1700" dirty="0"/>
              <a:t>Este bloque </a:t>
            </a:r>
            <a:r>
              <a:rPr lang="es-ES" sz="1700" b="1" dirty="0"/>
              <a:t>te dice cuántos puntos</a:t>
            </a:r>
            <a:r>
              <a:rPr lang="es-ES" sz="1700" dirty="0"/>
              <a:t> hay en total en el patrón de paletizado que configuraste. Cada punto representa un lugar donde el robot debe colocar un objeto.</a:t>
            </a:r>
            <a:br>
              <a:rPr lang="es-ES" sz="1700" dirty="0"/>
            </a:br>
            <a:r>
              <a:rPr lang="es-ES" sz="1700" dirty="0"/>
              <a:t>Sirve para </a:t>
            </a:r>
            <a:r>
              <a:rPr lang="es-ES" sz="1700" b="1" dirty="0"/>
              <a:t>saber cuántas posiciones hay disponibles</a:t>
            </a:r>
            <a:r>
              <a:rPr lang="es-ES" sz="1700" dirty="0"/>
              <a:t> o cuántos movimientos realizará el robot dentro del patrón.</a:t>
            </a:r>
          </a:p>
          <a:p>
            <a:endParaRPr lang="es-ES" sz="2400" dirty="0"/>
          </a:p>
        </p:txBody>
      </p:sp>
      <p:pic>
        <p:nvPicPr>
          <p:cNvPr id="5" name="Marcador de contenido 4">
            <a:extLst>
              <a:ext uri="{FF2B5EF4-FFF2-40B4-BE49-F238E27FC236}">
                <a16:creationId xmlns:a16="http://schemas.microsoft.com/office/drawing/2014/main" id="{D5185B79-8313-4ED0-8C16-BDA0297CCEF4}"/>
              </a:ext>
            </a:extLst>
          </p:cNvPr>
          <p:cNvPicPr>
            <a:picLocks noGrp="1" noChangeAspect="1"/>
          </p:cNvPicPr>
          <p:nvPr>
            <p:ph sz="quarter" idx="11"/>
          </p:nvPr>
        </p:nvPicPr>
        <p:blipFill>
          <a:blip r:embed="rId2"/>
          <a:stretch>
            <a:fillRect/>
          </a:stretch>
        </p:blipFill>
        <p:spPr>
          <a:xfrm>
            <a:off x="7991484" y="2722116"/>
            <a:ext cx="1676634" cy="438211"/>
          </a:xfrm>
        </p:spPr>
      </p:pic>
      <p:pic>
        <p:nvPicPr>
          <p:cNvPr id="18" name="Imagen 17">
            <a:extLst>
              <a:ext uri="{FF2B5EF4-FFF2-40B4-BE49-F238E27FC236}">
                <a16:creationId xmlns:a16="http://schemas.microsoft.com/office/drawing/2014/main" id="{0DA8DF18-AF9A-4703-83CF-AF361A197CD1}"/>
              </a:ext>
            </a:extLst>
          </p:cNvPr>
          <p:cNvPicPr>
            <a:picLocks noChangeAspect="1"/>
          </p:cNvPicPr>
          <p:nvPr/>
        </p:nvPicPr>
        <p:blipFill>
          <a:blip r:embed="rId3"/>
          <a:stretch>
            <a:fillRect/>
          </a:stretch>
        </p:blipFill>
        <p:spPr>
          <a:xfrm>
            <a:off x="8011930" y="4492141"/>
            <a:ext cx="1924319" cy="323895"/>
          </a:xfrm>
          <a:prstGeom prst="rect">
            <a:avLst/>
          </a:prstGeom>
        </p:spPr>
      </p:pic>
      <p:sp>
        <p:nvSpPr>
          <p:cNvPr id="2" name="Marcador de número de diapositiva 1">
            <a:extLst>
              <a:ext uri="{FF2B5EF4-FFF2-40B4-BE49-F238E27FC236}">
                <a16:creationId xmlns:a16="http://schemas.microsoft.com/office/drawing/2014/main" id="{2BD7EED1-6805-40C5-BC2B-BC1E557ECC5D}"/>
              </a:ext>
            </a:extLst>
          </p:cNvPr>
          <p:cNvSpPr>
            <a:spLocks noGrp="1"/>
          </p:cNvSpPr>
          <p:nvPr>
            <p:ph type="sldNum" sz="quarter" idx="4"/>
          </p:nvPr>
        </p:nvSpPr>
        <p:spPr/>
        <p:txBody>
          <a:bodyPr/>
          <a:lstStyle/>
          <a:p>
            <a:pPr rtl="0"/>
            <a:fld id="{B5CEABB6-07DC-46E8-9B57-56EC44A396E5}" type="slidenum">
              <a:rPr lang="es-ES" smtClean="0"/>
              <a:pPr rtl="0"/>
              <a:t>26</a:t>
            </a:fld>
            <a:endParaRPr lang="es-ES" dirty="0"/>
          </a:p>
        </p:txBody>
      </p:sp>
      <p:sp>
        <p:nvSpPr>
          <p:cNvPr id="12" name="Título 4">
            <a:extLst>
              <a:ext uri="{FF2B5EF4-FFF2-40B4-BE49-F238E27FC236}">
                <a16:creationId xmlns:a16="http://schemas.microsoft.com/office/drawing/2014/main" id="{FE22A07D-F0D5-4D67-880B-65A67878F540}"/>
              </a:ext>
            </a:extLst>
          </p:cNvPr>
          <p:cNvSpPr>
            <a:spLocks noGrp="1"/>
          </p:cNvSpPr>
          <p:nvPr>
            <p:ph type="title"/>
          </p:nvPr>
        </p:nvSpPr>
        <p:spPr>
          <a:xfrm>
            <a:off x="891990" y="434225"/>
            <a:ext cx="9524998" cy="1499627"/>
          </a:xfrm>
        </p:spPr>
        <p:txBody>
          <a:bodyPr/>
          <a:lstStyle/>
          <a:p>
            <a:r>
              <a:rPr lang="es-ES" dirty="0"/>
              <a:t>Bloques de Control</a:t>
            </a:r>
            <a:endParaRPr lang="es-MX" dirty="0"/>
          </a:p>
        </p:txBody>
      </p:sp>
      <p:pic>
        <p:nvPicPr>
          <p:cNvPr id="7" name="Imagen 6">
            <a:extLst>
              <a:ext uri="{FF2B5EF4-FFF2-40B4-BE49-F238E27FC236}">
                <a16:creationId xmlns:a16="http://schemas.microsoft.com/office/drawing/2014/main" id="{D2606156-9F93-4B57-B339-CE4240767AC0}"/>
              </a:ext>
            </a:extLst>
          </p:cNvPr>
          <p:cNvPicPr>
            <a:picLocks noChangeAspect="1"/>
          </p:cNvPicPr>
          <p:nvPr/>
        </p:nvPicPr>
        <p:blipFill>
          <a:blip r:embed="rId4"/>
          <a:stretch>
            <a:fillRect/>
          </a:stretch>
        </p:blipFill>
        <p:spPr>
          <a:xfrm>
            <a:off x="-7543" y="-25563"/>
            <a:ext cx="888053" cy="900000"/>
          </a:xfrm>
          <a:prstGeom prst="rect">
            <a:avLst/>
          </a:prstGeom>
        </p:spPr>
      </p:pic>
    </p:spTree>
    <p:extLst>
      <p:ext uri="{BB962C8B-B14F-4D97-AF65-F5344CB8AC3E}">
        <p14:creationId xmlns:p14="http://schemas.microsoft.com/office/powerpoint/2010/main" val="401645458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Marcador de contenido 5">
            <a:extLst>
              <a:ext uri="{FF2B5EF4-FFF2-40B4-BE49-F238E27FC236}">
                <a16:creationId xmlns:a16="http://schemas.microsoft.com/office/drawing/2014/main" id="{34E24264-76B7-4CEE-89C8-7ED41180125D}"/>
              </a:ext>
            </a:extLst>
          </p:cNvPr>
          <p:cNvSpPr>
            <a:spLocks noGrp="1"/>
          </p:cNvSpPr>
          <p:nvPr>
            <p:ph sz="quarter" idx="10"/>
          </p:nvPr>
        </p:nvSpPr>
        <p:spPr>
          <a:xfrm>
            <a:off x="340659" y="1638892"/>
            <a:ext cx="5755341" cy="6196404"/>
          </a:xfrm>
        </p:spPr>
        <p:txBody>
          <a:bodyPr>
            <a:normAutofit/>
          </a:bodyPr>
          <a:lstStyle/>
          <a:p>
            <a:r>
              <a:rPr lang="es-ES" sz="2400" b="1" dirty="0"/>
              <a:t>Obtener coordenadas de puntos de paletizado: </a:t>
            </a:r>
            <a:r>
              <a:rPr lang="es-ES" sz="2000" dirty="0"/>
              <a:t>Esta función permite conseguir las coordenadas exactas de un punto dentro del paletizado, lo que ayuda a programar movimientos precisos del robot.</a:t>
            </a:r>
          </a:p>
          <a:p>
            <a:r>
              <a:rPr lang="es-ES" sz="2400" b="1" dirty="0"/>
              <a:t>Establecer parámetros de carga: </a:t>
            </a:r>
            <a:r>
              <a:rPr lang="es-ES" sz="2000" dirty="0"/>
              <a:t>Con esta opción se pueden ajustar los valores relacionados con el peso que puede cargar el brazo del robot, lo cual afecta la velocidad, la aceleración y la seguridad al moverse.</a:t>
            </a:r>
            <a:endParaRPr lang="es-ES" sz="2400" dirty="0"/>
          </a:p>
        </p:txBody>
      </p:sp>
      <p:pic>
        <p:nvPicPr>
          <p:cNvPr id="11" name="Imagen 10">
            <a:extLst>
              <a:ext uri="{FF2B5EF4-FFF2-40B4-BE49-F238E27FC236}">
                <a16:creationId xmlns:a16="http://schemas.microsoft.com/office/drawing/2014/main" id="{660D4094-AA65-46FD-8771-5F55683A3F9C}"/>
              </a:ext>
            </a:extLst>
          </p:cNvPr>
          <p:cNvPicPr>
            <a:picLocks noChangeAspect="1"/>
          </p:cNvPicPr>
          <p:nvPr/>
        </p:nvPicPr>
        <p:blipFill>
          <a:blip r:embed="rId2"/>
          <a:stretch>
            <a:fillRect/>
          </a:stretch>
        </p:blipFill>
        <p:spPr>
          <a:xfrm>
            <a:off x="8124631" y="2248490"/>
            <a:ext cx="1952898" cy="304843"/>
          </a:xfrm>
          <a:prstGeom prst="rect">
            <a:avLst/>
          </a:prstGeom>
        </p:spPr>
      </p:pic>
      <p:pic>
        <p:nvPicPr>
          <p:cNvPr id="21" name="Imagen 20">
            <a:extLst>
              <a:ext uri="{FF2B5EF4-FFF2-40B4-BE49-F238E27FC236}">
                <a16:creationId xmlns:a16="http://schemas.microsoft.com/office/drawing/2014/main" id="{2C558250-A90B-45DA-9257-9A821185FCEA}"/>
              </a:ext>
            </a:extLst>
          </p:cNvPr>
          <p:cNvPicPr>
            <a:picLocks noChangeAspect="1"/>
          </p:cNvPicPr>
          <p:nvPr/>
        </p:nvPicPr>
        <p:blipFill>
          <a:blip r:embed="rId3"/>
          <a:stretch>
            <a:fillRect/>
          </a:stretch>
        </p:blipFill>
        <p:spPr>
          <a:xfrm>
            <a:off x="6377525" y="3776874"/>
            <a:ext cx="5522260" cy="371096"/>
          </a:xfrm>
          <a:prstGeom prst="rect">
            <a:avLst/>
          </a:prstGeom>
        </p:spPr>
      </p:pic>
      <p:sp>
        <p:nvSpPr>
          <p:cNvPr id="2" name="Marcador de número de diapositiva 1">
            <a:extLst>
              <a:ext uri="{FF2B5EF4-FFF2-40B4-BE49-F238E27FC236}">
                <a16:creationId xmlns:a16="http://schemas.microsoft.com/office/drawing/2014/main" id="{2BD7EED1-6805-40C5-BC2B-BC1E557ECC5D}"/>
              </a:ext>
            </a:extLst>
          </p:cNvPr>
          <p:cNvSpPr>
            <a:spLocks noGrp="1"/>
          </p:cNvSpPr>
          <p:nvPr>
            <p:ph type="sldNum" sz="quarter" idx="4"/>
          </p:nvPr>
        </p:nvSpPr>
        <p:spPr/>
        <p:txBody>
          <a:bodyPr/>
          <a:lstStyle/>
          <a:p>
            <a:pPr rtl="0"/>
            <a:fld id="{B5CEABB6-07DC-46E8-9B57-56EC44A396E5}" type="slidenum">
              <a:rPr lang="es-ES" smtClean="0"/>
              <a:pPr rtl="0"/>
              <a:t>27</a:t>
            </a:fld>
            <a:endParaRPr lang="es-ES" dirty="0"/>
          </a:p>
        </p:txBody>
      </p:sp>
      <p:sp>
        <p:nvSpPr>
          <p:cNvPr id="13" name="Título 4">
            <a:extLst>
              <a:ext uri="{FF2B5EF4-FFF2-40B4-BE49-F238E27FC236}">
                <a16:creationId xmlns:a16="http://schemas.microsoft.com/office/drawing/2014/main" id="{08CE0504-16FE-4DFD-B9D6-F316367E7C72}"/>
              </a:ext>
            </a:extLst>
          </p:cNvPr>
          <p:cNvSpPr>
            <a:spLocks noGrp="1"/>
          </p:cNvSpPr>
          <p:nvPr>
            <p:ph type="title"/>
          </p:nvPr>
        </p:nvSpPr>
        <p:spPr>
          <a:xfrm>
            <a:off x="891990" y="434225"/>
            <a:ext cx="9524998" cy="1499627"/>
          </a:xfrm>
        </p:spPr>
        <p:txBody>
          <a:bodyPr/>
          <a:lstStyle/>
          <a:p>
            <a:r>
              <a:rPr lang="es-ES" dirty="0"/>
              <a:t>Bloques de Control</a:t>
            </a:r>
            <a:endParaRPr lang="es-MX" dirty="0"/>
          </a:p>
        </p:txBody>
      </p:sp>
      <p:pic>
        <p:nvPicPr>
          <p:cNvPr id="7" name="Imagen 6">
            <a:extLst>
              <a:ext uri="{FF2B5EF4-FFF2-40B4-BE49-F238E27FC236}">
                <a16:creationId xmlns:a16="http://schemas.microsoft.com/office/drawing/2014/main" id="{E7955314-579F-4836-BF9A-ED947B634F4A}"/>
              </a:ext>
            </a:extLst>
          </p:cNvPr>
          <p:cNvPicPr>
            <a:picLocks noChangeAspect="1"/>
          </p:cNvPicPr>
          <p:nvPr/>
        </p:nvPicPr>
        <p:blipFill>
          <a:blip r:embed="rId4"/>
          <a:stretch>
            <a:fillRect/>
          </a:stretch>
        </p:blipFill>
        <p:spPr>
          <a:xfrm>
            <a:off x="-7543" y="-25563"/>
            <a:ext cx="888053" cy="900000"/>
          </a:xfrm>
          <a:prstGeom prst="rect">
            <a:avLst/>
          </a:prstGeom>
        </p:spPr>
      </p:pic>
    </p:spTree>
    <p:extLst>
      <p:ext uri="{BB962C8B-B14F-4D97-AF65-F5344CB8AC3E}">
        <p14:creationId xmlns:p14="http://schemas.microsoft.com/office/powerpoint/2010/main" val="56964040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Marcador de contenido 5">
            <a:extLst>
              <a:ext uri="{FF2B5EF4-FFF2-40B4-BE49-F238E27FC236}">
                <a16:creationId xmlns:a16="http://schemas.microsoft.com/office/drawing/2014/main" id="{34E24264-76B7-4CEE-89C8-7ED41180125D}"/>
              </a:ext>
            </a:extLst>
          </p:cNvPr>
          <p:cNvSpPr>
            <a:spLocks noGrp="1"/>
          </p:cNvSpPr>
          <p:nvPr>
            <p:ph sz="quarter" idx="10"/>
          </p:nvPr>
        </p:nvSpPr>
        <p:spPr>
          <a:xfrm>
            <a:off x="597853" y="1752530"/>
            <a:ext cx="5755341" cy="6196404"/>
          </a:xfrm>
        </p:spPr>
        <p:txBody>
          <a:bodyPr>
            <a:normAutofit/>
          </a:bodyPr>
          <a:lstStyle/>
          <a:p>
            <a:r>
              <a:rPr lang="es-ES" sz="2200" b="1" dirty="0"/>
              <a:t>Retrasar la ejecución: </a:t>
            </a:r>
            <a:r>
              <a:rPr lang="es-ES" sz="2000" dirty="0"/>
              <a:t>Esta función detiene el programa por un tiempo que tú defines antes de continuar con las siguientes instrucciones. Es útil para sincronizar o esperar que termine otro proceso.</a:t>
            </a:r>
          </a:p>
          <a:p>
            <a:r>
              <a:rPr lang="es-ES" sz="2200" b="1" dirty="0"/>
              <a:t>Movimiento en espera: </a:t>
            </a:r>
            <a:r>
              <a:rPr lang="es-ES" sz="2000" dirty="0"/>
              <a:t>Se usa para hacer una pausa antes o después de un movimiento del robot. Esto ayuda a que el siguiente comando no empiece hasta que el movimiento anterior haya terminado, o para dejar un espacio entre movimientos.</a:t>
            </a:r>
            <a:endParaRPr lang="es-ES" sz="2200" dirty="0"/>
          </a:p>
        </p:txBody>
      </p:sp>
      <p:pic>
        <p:nvPicPr>
          <p:cNvPr id="25" name="Imagen 24">
            <a:extLst>
              <a:ext uri="{FF2B5EF4-FFF2-40B4-BE49-F238E27FC236}">
                <a16:creationId xmlns:a16="http://schemas.microsoft.com/office/drawing/2014/main" id="{907ABB01-1E00-4F49-B202-F42A2F778AC9}"/>
              </a:ext>
            </a:extLst>
          </p:cNvPr>
          <p:cNvPicPr>
            <a:picLocks noChangeAspect="1"/>
          </p:cNvPicPr>
          <p:nvPr/>
        </p:nvPicPr>
        <p:blipFill>
          <a:blip r:embed="rId2"/>
          <a:stretch>
            <a:fillRect/>
          </a:stretch>
        </p:blipFill>
        <p:spPr>
          <a:xfrm>
            <a:off x="8491887" y="2194290"/>
            <a:ext cx="1314633" cy="428685"/>
          </a:xfrm>
          <a:prstGeom prst="rect">
            <a:avLst/>
          </a:prstGeom>
        </p:spPr>
      </p:pic>
      <p:pic>
        <p:nvPicPr>
          <p:cNvPr id="27" name="Imagen 26">
            <a:extLst>
              <a:ext uri="{FF2B5EF4-FFF2-40B4-BE49-F238E27FC236}">
                <a16:creationId xmlns:a16="http://schemas.microsoft.com/office/drawing/2014/main" id="{9764F7C3-4602-4062-BF2A-9DC9E6F2849D}"/>
              </a:ext>
            </a:extLst>
          </p:cNvPr>
          <p:cNvPicPr>
            <a:picLocks noChangeAspect="1"/>
          </p:cNvPicPr>
          <p:nvPr/>
        </p:nvPicPr>
        <p:blipFill>
          <a:blip r:embed="rId3"/>
          <a:stretch>
            <a:fillRect/>
          </a:stretch>
        </p:blipFill>
        <p:spPr>
          <a:xfrm>
            <a:off x="8396624" y="3960779"/>
            <a:ext cx="1505160" cy="457264"/>
          </a:xfrm>
          <a:prstGeom prst="rect">
            <a:avLst/>
          </a:prstGeom>
        </p:spPr>
      </p:pic>
      <p:sp>
        <p:nvSpPr>
          <p:cNvPr id="2" name="Marcador de número de diapositiva 1">
            <a:extLst>
              <a:ext uri="{FF2B5EF4-FFF2-40B4-BE49-F238E27FC236}">
                <a16:creationId xmlns:a16="http://schemas.microsoft.com/office/drawing/2014/main" id="{2BD7EED1-6805-40C5-BC2B-BC1E557ECC5D}"/>
              </a:ext>
            </a:extLst>
          </p:cNvPr>
          <p:cNvSpPr>
            <a:spLocks noGrp="1"/>
          </p:cNvSpPr>
          <p:nvPr>
            <p:ph type="sldNum" sz="quarter" idx="4"/>
          </p:nvPr>
        </p:nvSpPr>
        <p:spPr/>
        <p:txBody>
          <a:bodyPr/>
          <a:lstStyle/>
          <a:p>
            <a:pPr rtl="0"/>
            <a:fld id="{B5CEABB6-07DC-46E8-9B57-56EC44A396E5}" type="slidenum">
              <a:rPr lang="es-ES" smtClean="0"/>
              <a:pPr rtl="0"/>
              <a:t>28</a:t>
            </a:fld>
            <a:endParaRPr lang="es-ES" dirty="0"/>
          </a:p>
        </p:txBody>
      </p:sp>
      <p:sp>
        <p:nvSpPr>
          <p:cNvPr id="13" name="Título 4">
            <a:extLst>
              <a:ext uri="{FF2B5EF4-FFF2-40B4-BE49-F238E27FC236}">
                <a16:creationId xmlns:a16="http://schemas.microsoft.com/office/drawing/2014/main" id="{D04F0871-FBEA-457E-B8D1-694A4D3FB72E}"/>
              </a:ext>
            </a:extLst>
          </p:cNvPr>
          <p:cNvSpPr>
            <a:spLocks noGrp="1"/>
          </p:cNvSpPr>
          <p:nvPr>
            <p:ph type="title"/>
          </p:nvPr>
        </p:nvSpPr>
        <p:spPr>
          <a:xfrm>
            <a:off x="891990" y="434225"/>
            <a:ext cx="9524998" cy="1499627"/>
          </a:xfrm>
        </p:spPr>
        <p:txBody>
          <a:bodyPr/>
          <a:lstStyle/>
          <a:p>
            <a:r>
              <a:rPr lang="es-ES" dirty="0"/>
              <a:t>Bloques de Control</a:t>
            </a:r>
            <a:endParaRPr lang="es-MX" dirty="0"/>
          </a:p>
        </p:txBody>
      </p:sp>
      <p:pic>
        <p:nvPicPr>
          <p:cNvPr id="7" name="Imagen 6">
            <a:extLst>
              <a:ext uri="{FF2B5EF4-FFF2-40B4-BE49-F238E27FC236}">
                <a16:creationId xmlns:a16="http://schemas.microsoft.com/office/drawing/2014/main" id="{B76271A7-514E-4372-9F68-901764057D64}"/>
              </a:ext>
            </a:extLst>
          </p:cNvPr>
          <p:cNvPicPr>
            <a:picLocks noChangeAspect="1"/>
          </p:cNvPicPr>
          <p:nvPr/>
        </p:nvPicPr>
        <p:blipFill>
          <a:blip r:embed="rId4"/>
          <a:stretch>
            <a:fillRect/>
          </a:stretch>
        </p:blipFill>
        <p:spPr>
          <a:xfrm>
            <a:off x="-7543" y="-25563"/>
            <a:ext cx="888053" cy="900000"/>
          </a:xfrm>
          <a:prstGeom prst="rect">
            <a:avLst/>
          </a:prstGeom>
        </p:spPr>
      </p:pic>
    </p:spTree>
    <p:extLst>
      <p:ext uri="{BB962C8B-B14F-4D97-AF65-F5344CB8AC3E}">
        <p14:creationId xmlns:p14="http://schemas.microsoft.com/office/powerpoint/2010/main" val="275202849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Marcador de contenido 5">
            <a:extLst>
              <a:ext uri="{FF2B5EF4-FFF2-40B4-BE49-F238E27FC236}">
                <a16:creationId xmlns:a16="http://schemas.microsoft.com/office/drawing/2014/main" id="{34E24264-76B7-4CEE-89C8-7ED41180125D}"/>
              </a:ext>
            </a:extLst>
          </p:cNvPr>
          <p:cNvSpPr>
            <a:spLocks noGrp="1"/>
          </p:cNvSpPr>
          <p:nvPr>
            <p:ph sz="quarter" idx="10"/>
          </p:nvPr>
        </p:nvSpPr>
        <p:spPr>
          <a:xfrm>
            <a:off x="914400" y="2720823"/>
            <a:ext cx="5755341" cy="6196404"/>
          </a:xfrm>
        </p:spPr>
        <p:txBody>
          <a:bodyPr>
            <a:normAutofit/>
          </a:bodyPr>
          <a:lstStyle/>
          <a:p>
            <a:r>
              <a:rPr lang="es-ES" sz="2400" b="1" dirty="0"/>
              <a:t>Obtener la hora del sistema: </a:t>
            </a:r>
            <a:r>
              <a:rPr lang="es-ES" sz="2000" dirty="0"/>
              <a:t>Esta función consulta y muestra la hora actual del sistema. Es útil para llevar registros, sincronizar acciones o tomar decisiones basadas en el tiempo.</a:t>
            </a:r>
            <a:endParaRPr lang="es-ES" sz="2400" dirty="0"/>
          </a:p>
        </p:txBody>
      </p:sp>
      <p:pic>
        <p:nvPicPr>
          <p:cNvPr id="29" name="Imagen 28">
            <a:extLst>
              <a:ext uri="{FF2B5EF4-FFF2-40B4-BE49-F238E27FC236}">
                <a16:creationId xmlns:a16="http://schemas.microsoft.com/office/drawing/2014/main" id="{E94D3CD5-2AA4-41C5-B7A8-19CEF3CAF1C1}"/>
              </a:ext>
            </a:extLst>
          </p:cNvPr>
          <p:cNvPicPr>
            <a:picLocks noChangeAspect="1"/>
          </p:cNvPicPr>
          <p:nvPr/>
        </p:nvPicPr>
        <p:blipFill>
          <a:blip r:embed="rId2"/>
          <a:stretch>
            <a:fillRect/>
          </a:stretch>
        </p:blipFill>
        <p:spPr>
          <a:xfrm>
            <a:off x="8829039" y="3208772"/>
            <a:ext cx="1057423" cy="295316"/>
          </a:xfrm>
          <a:prstGeom prst="rect">
            <a:avLst/>
          </a:prstGeom>
        </p:spPr>
      </p:pic>
      <p:sp>
        <p:nvSpPr>
          <p:cNvPr id="2" name="Marcador de número de diapositiva 1">
            <a:extLst>
              <a:ext uri="{FF2B5EF4-FFF2-40B4-BE49-F238E27FC236}">
                <a16:creationId xmlns:a16="http://schemas.microsoft.com/office/drawing/2014/main" id="{2BD7EED1-6805-40C5-BC2B-BC1E557ECC5D}"/>
              </a:ext>
            </a:extLst>
          </p:cNvPr>
          <p:cNvSpPr>
            <a:spLocks noGrp="1"/>
          </p:cNvSpPr>
          <p:nvPr>
            <p:ph type="sldNum" sz="quarter" idx="4"/>
          </p:nvPr>
        </p:nvSpPr>
        <p:spPr/>
        <p:txBody>
          <a:bodyPr/>
          <a:lstStyle/>
          <a:p>
            <a:pPr rtl="0"/>
            <a:fld id="{B5CEABB6-07DC-46E8-9B57-56EC44A396E5}" type="slidenum">
              <a:rPr lang="es-ES" smtClean="0"/>
              <a:pPr rtl="0"/>
              <a:t>29</a:t>
            </a:fld>
            <a:endParaRPr lang="es-ES" dirty="0"/>
          </a:p>
        </p:txBody>
      </p:sp>
      <p:sp>
        <p:nvSpPr>
          <p:cNvPr id="13" name="Título 4">
            <a:extLst>
              <a:ext uri="{FF2B5EF4-FFF2-40B4-BE49-F238E27FC236}">
                <a16:creationId xmlns:a16="http://schemas.microsoft.com/office/drawing/2014/main" id="{F91C9DEE-18D0-45B4-9FC1-442B00646DB6}"/>
              </a:ext>
            </a:extLst>
          </p:cNvPr>
          <p:cNvSpPr>
            <a:spLocks noGrp="1"/>
          </p:cNvSpPr>
          <p:nvPr>
            <p:ph type="title"/>
          </p:nvPr>
        </p:nvSpPr>
        <p:spPr>
          <a:xfrm>
            <a:off x="891990" y="434225"/>
            <a:ext cx="9524998" cy="1499627"/>
          </a:xfrm>
        </p:spPr>
        <p:txBody>
          <a:bodyPr/>
          <a:lstStyle/>
          <a:p>
            <a:r>
              <a:rPr lang="es-ES" dirty="0"/>
              <a:t>Bloques de Control</a:t>
            </a:r>
            <a:endParaRPr lang="es-MX" dirty="0"/>
          </a:p>
        </p:txBody>
      </p:sp>
      <p:pic>
        <p:nvPicPr>
          <p:cNvPr id="7" name="Imagen 6">
            <a:extLst>
              <a:ext uri="{FF2B5EF4-FFF2-40B4-BE49-F238E27FC236}">
                <a16:creationId xmlns:a16="http://schemas.microsoft.com/office/drawing/2014/main" id="{BF8A5208-DA56-420E-BC94-25936D51A6A7}"/>
              </a:ext>
            </a:extLst>
          </p:cNvPr>
          <p:cNvPicPr>
            <a:picLocks noChangeAspect="1"/>
          </p:cNvPicPr>
          <p:nvPr/>
        </p:nvPicPr>
        <p:blipFill>
          <a:blip r:embed="rId3"/>
          <a:stretch>
            <a:fillRect/>
          </a:stretch>
        </p:blipFill>
        <p:spPr>
          <a:xfrm>
            <a:off x="-7543" y="-25563"/>
            <a:ext cx="888053" cy="900000"/>
          </a:xfrm>
          <a:prstGeom prst="rect">
            <a:avLst/>
          </a:prstGeom>
        </p:spPr>
      </p:pic>
    </p:spTree>
    <p:extLst>
      <p:ext uri="{BB962C8B-B14F-4D97-AF65-F5344CB8AC3E}">
        <p14:creationId xmlns:p14="http://schemas.microsoft.com/office/powerpoint/2010/main" val="176265682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4">
            <a:extLst>
              <a:ext uri="{FF2B5EF4-FFF2-40B4-BE49-F238E27FC236}">
                <a16:creationId xmlns:a16="http://schemas.microsoft.com/office/drawing/2014/main" id="{44502753-8D89-46E8-84C8-0FD500EECD4D}"/>
              </a:ext>
            </a:extLst>
          </p:cNvPr>
          <p:cNvSpPr>
            <a:spLocks noGrp="1"/>
          </p:cNvSpPr>
          <p:nvPr>
            <p:ph type="title"/>
          </p:nvPr>
        </p:nvSpPr>
        <p:spPr/>
        <p:txBody>
          <a:bodyPr/>
          <a:lstStyle/>
          <a:p>
            <a:r>
              <a:rPr lang="es-ES" dirty="0"/>
              <a:t>Bloques de Operador</a:t>
            </a:r>
            <a:endParaRPr lang="es-MX" dirty="0"/>
          </a:p>
        </p:txBody>
      </p:sp>
      <p:sp>
        <p:nvSpPr>
          <p:cNvPr id="6" name="Marcador de contenido 5">
            <a:extLst>
              <a:ext uri="{FF2B5EF4-FFF2-40B4-BE49-F238E27FC236}">
                <a16:creationId xmlns:a16="http://schemas.microsoft.com/office/drawing/2014/main" id="{00653504-9548-4389-9CD8-2E4D3C63105D}"/>
              </a:ext>
            </a:extLst>
          </p:cNvPr>
          <p:cNvSpPr>
            <a:spLocks noGrp="1"/>
          </p:cNvSpPr>
          <p:nvPr>
            <p:ph sz="quarter" idx="10"/>
          </p:nvPr>
        </p:nvSpPr>
        <p:spPr>
          <a:xfrm>
            <a:off x="914398" y="2022249"/>
            <a:ext cx="6705601" cy="4401525"/>
          </a:xfrm>
        </p:spPr>
        <p:txBody>
          <a:bodyPr>
            <a:normAutofit lnSpcReduction="10000"/>
          </a:bodyPr>
          <a:lstStyle/>
          <a:p>
            <a:r>
              <a:rPr lang="es-ES" dirty="0"/>
              <a:t>Los bloques de Operador en Dobot Studio Pro, según el Apéndice B.2.3 del manual, permiten ejecutar operaciones matemáticas, lógicas y especiales dentro de tus programas. Incluyen aritméticos ,</a:t>
            </a:r>
            <a:r>
              <a:rPr lang="es-MX" dirty="0"/>
              <a:t> comparación y lógica y especiales.</a:t>
            </a:r>
            <a:endParaRPr lang="es-MX" b="1" dirty="0"/>
          </a:p>
          <a:p>
            <a:pPr marL="342900" indent="-342900">
              <a:buFont typeface="Arial" panose="020B0604020202020204" pitchFamily="34" charset="0"/>
              <a:buChar char="•"/>
            </a:pPr>
            <a:r>
              <a:rPr lang="es-MX" b="1" dirty="0"/>
              <a:t>Comando aritmético: </a:t>
            </a:r>
            <a:r>
              <a:rPr lang="es-MX" dirty="0"/>
              <a:t>Realiza operaciones matemáticas básicas como sumar, restar, multiplicar o dividir entre los números que le des.</a:t>
            </a:r>
          </a:p>
          <a:p>
            <a:pPr marL="342900" indent="-342900">
              <a:buFont typeface="Arial" panose="020B0604020202020204" pitchFamily="34" charset="0"/>
              <a:buChar char="•"/>
            </a:pPr>
            <a:r>
              <a:rPr lang="es-ES" b="1" dirty="0"/>
              <a:t>Comando de comparación: </a:t>
            </a:r>
            <a:r>
              <a:rPr lang="es-ES" dirty="0"/>
              <a:t>Compara dos o más valores para ver si son iguales, o si uno es mayor o menor que el otro, y da como resultado “verdadero” o “falso”.</a:t>
            </a:r>
          </a:p>
          <a:p>
            <a:pPr marL="342900" indent="-342900">
              <a:buFont typeface="Arial" panose="020B0604020202020204" pitchFamily="34" charset="0"/>
              <a:buChar char="•"/>
            </a:pPr>
            <a:r>
              <a:rPr lang="es-ES" b="1" dirty="0"/>
              <a:t>Comando A y B: </a:t>
            </a:r>
            <a:r>
              <a:rPr lang="es-ES" dirty="0"/>
              <a:t>Hace una operación lógica llamada AND entre dos valores (A y B). Devuelve “verdadero” solo si los dos valores son verdaderos; si no, devuelve “falso”.</a:t>
            </a:r>
          </a:p>
        </p:txBody>
      </p:sp>
      <p:pic>
        <p:nvPicPr>
          <p:cNvPr id="7" name="Marcador de contenido 6">
            <a:extLst>
              <a:ext uri="{FF2B5EF4-FFF2-40B4-BE49-F238E27FC236}">
                <a16:creationId xmlns:a16="http://schemas.microsoft.com/office/drawing/2014/main" id="{86688063-1972-4FF1-8DCA-5EABAAF58951}"/>
              </a:ext>
            </a:extLst>
          </p:cNvPr>
          <p:cNvPicPr>
            <a:picLocks noGrp="1" noChangeAspect="1"/>
          </p:cNvPicPr>
          <p:nvPr>
            <p:ph sz="quarter" idx="11"/>
          </p:nvPr>
        </p:nvPicPr>
        <p:blipFill>
          <a:blip r:embed="rId2"/>
          <a:stretch>
            <a:fillRect/>
          </a:stretch>
        </p:blipFill>
        <p:spPr>
          <a:xfrm>
            <a:off x="8483033" y="3394685"/>
            <a:ext cx="1719179" cy="473790"/>
          </a:xfrm>
        </p:spPr>
      </p:pic>
      <p:pic>
        <p:nvPicPr>
          <p:cNvPr id="9" name="Imagen 8">
            <a:extLst>
              <a:ext uri="{FF2B5EF4-FFF2-40B4-BE49-F238E27FC236}">
                <a16:creationId xmlns:a16="http://schemas.microsoft.com/office/drawing/2014/main" id="{AF67A1C6-C789-4E19-8EAD-235560829A00}"/>
              </a:ext>
            </a:extLst>
          </p:cNvPr>
          <p:cNvPicPr>
            <a:picLocks noChangeAspect="1"/>
          </p:cNvPicPr>
          <p:nvPr/>
        </p:nvPicPr>
        <p:blipFill>
          <a:blip r:embed="rId3"/>
          <a:stretch>
            <a:fillRect/>
          </a:stretch>
        </p:blipFill>
        <p:spPr>
          <a:xfrm>
            <a:off x="8375301" y="4384922"/>
            <a:ext cx="1934642" cy="473790"/>
          </a:xfrm>
          <a:prstGeom prst="rect">
            <a:avLst/>
          </a:prstGeom>
        </p:spPr>
      </p:pic>
      <p:pic>
        <p:nvPicPr>
          <p:cNvPr id="16" name="Imagen 15">
            <a:extLst>
              <a:ext uri="{FF2B5EF4-FFF2-40B4-BE49-F238E27FC236}">
                <a16:creationId xmlns:a16="http://schemas.microsoft.com/office/drawing/2014/main" id="{56FD2159-3AD9-49E0-A0F6-6D83022084D3}"/>
              </a:ext>
            </a:extLst>
          </p:cNvPr>
          <p:cNvPicPr>
            <a:picLocks noChangeAspect="1"/>
          </p:cNvPicPr>
          <p:nvPr/>
        </p:nvPicPr>
        <p:blipFill>
          <a:blip r:embed="rId4"/>
          <a:stretch>
            <a:fillRect/>
          </a:stretch>
        </p:blipFill>
        <p:spPr>
          <a:xfrm>
            <a:off x="8232878" y="5250384"/>
            <a:ext cx="2077065" cy="698031"/>
          </a:xfrm>
          <a:prstGeom prst="rect">
            <a:avLst/>
          </a:prstGeom>
        </p:spPr>
      </p:pic>
      <p:sp>
        <p:nvSpPr>
          <p:cNvPr id="2" name="Marcador de número de diapositiva 1">
            <a:extLst>
              <a:ext uri="{FF2B5EF4-FFF2-40B4-BE49-F238E27FC236}">
                <a16:creationId xmlns:a16="http://schemas.microsoft.com/office/drawing/2014/main" id="{62EAACA3-A4C2-4711-9EEA-10C0B0D0550C}"/>
              </a:ext>
            </a:extLst>
          </p:cNvPr>
          <p:cNvSpPr>
            <a:spLocks noGrp="1"/>
          </p:cNvSpPr>
          <p:nvPr>
            <p:ph type="sldNum" sz="quarter" idx="4"/>
          </p:nvPr>
        </p:nvSpPr>
        <p:spPr/>
        <p:txBody>
          <a:bodyPr/>
          <a:lstStyle/>
          <a:p>
            <a:pPr rtl="0"/>
            <a:fld id="{B5CEABB6-07DC-46E8-9B57-56EC44A396E5}" type="slidenum">
              <a:rPr lang="es-ES" smtClean="0"/>
              <a:pPr rtl="0"/>
              <a:t>30</a:t>
            </a:fld>
            <a:endParaRPr lang="es-ES" dirty="0"/>
          </a:p>
        </p:txBody>
      </p:sp>
      <p:pic>
        <p:nvPicPr>
          <p:cNvPr id="8" name="Imagen 7">
            <a:extLst>
              <a:ext uri="{FF2B5EF4-FFF2-40B4-BE49-F238E27FC236}">
                <a16:creationId xmlns:a16="http://schemas.microsoft.com/office/drawing/2014/main" id="{CD610C68-FE57-4865-8F45-329103852AB7}"/>
              </a:ext>
            </a:extLst>
          </p:cNvPr>
          <p:cNvPicPr>
            <a:picLocks noChangeAspect="1"/>
          </p:cNvPicPr>
          <p:nvPr/>
        </p:nvPicPr>
        <p:blipFill>
          <a:blip r:embed="rId5"/>
          <a:stretch>
            <a:fillRect/>
          </a:stretch>
        </p:blipFill>
        <p:spPr>
          <a:xfrm>
            <a:off x="-7543" y="-25563"/>
            <a:ext cx="888053" cy="900000"/>
          </a:xfrm>
          <a:prstGeom prst="rect">
            <a:avLst/>
          </a:prstGeom>
        </p:spPr>
      </p:pic>
    </p:spTree>
    <p:extLst>
      <p:ext uri="{BB962C8B-B14F-4D97-AF65-F5344CB8AC3E}">
        <p14:creationId xmlns:p14="http://schemas.microsoft.com/office/powerpoint/2010/main" val="97253788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Marcador de contenido 5">
            <a:extLst>
              <a:ext uri="{FF2B5EF4-FFF2-40B4-BE49-F238E27FC236}">
                <a16:creationId xmlns:a16="http://schemas.microsoft.com/office/drawing/2014/main" id="{34E24264-76B7-4CEE-89C8-7ED41180125D}"/>
              </a:ext>
            </a:extLst>
          </p:cNvPr>
          <p:cNvSpPr>
            <a:spLocks noGrp="1"/>
          </p:cNvSpPr>
          <p:nvPr>
            <p:ph sz="quarter" idx="10"/>
          </p:nvPr>
        </p:nvSpPr>
        <p:spPr>
          <a:xfrm>
            <a:off x="611664" y="2060750"/>
            <a:ext cx="5755341" cy="6196404"/>
          </a:xfrm>
        </p:spPr>
        <p:txBody>
          <a:bodyPr>
            <a:normAutofit/>
          </a:bodyPr>
          <a:lstStyle/>
          <a:p>
            <a:r>
              <a:rPr lang="es-ES" sz="2000" b="1" dirty="0"/>
              <a:t>Comando A o B:</a:t>
            </a:r>
            <a:r>
              <a:rPr lang="es-ES" dirty="0"/>
              <a:t>Hace una operación lógica llamada OR entre dos valores (A y B). Devuelve “verdadero” si al menos uno de los dos valores es verdadero.</a:t>
            </a:r>
          </a:p>
          <a:p>
            <a:r>
              <a:rPr lang="es-ES" sz="2000" b="1" dirty="0"/>
              <a:t>No es un comando: </a:t>
            </a:r>
            <a:r>
              <a:rPr lang="es-ES" dirty="0"/>
              <a:t>No hace ninguna operación ni cambia nada. Se usa cuando no quieres que se realice ninguna acción.</a:t>
            </a:r>
          </a:p>
          <a:p>
            <a:r>
              <a:rPr lang="es-ES" sz="2000" b="1" dirty="0"/>
              <a:t>Obtener resto: </a:t>
            </a:r>
            <a:r>
              <a:rPr lang="es-ES" dirty="0"/>
              <a:t>Calcula y muestra el resto que queda después de dividir dos números.</a:t>
            </a:r>
            <a:endParaRPr lang="es-ES" sz="2000" dirty="0"/>
          </a:p>
        </p:txBody>
      </p:sp>
      <p:pic>
        <p:nvPicPr>
          <p:cNvPr id="7" name="Marcador de contenido 6">
            <a:extLst>
              <a:ext uri="{FF2B5EF4-FFF2-40B4-BE49-F238E27FC236}">
                <a16:creationId xmlns:a16="http://schemas.microsoft.com/office/drawing/2014/main" id="{A66BF79C-4920-4252-A45D-2CA20560FA0F}"/>
              </a:ext>
            </a:extLst>
          </p:cNvPr>
          <p:cNvPicPr>
            <a:picLocks noGrp="1" noChangeAspect="1"/>
          </p:cNvPicPr>
          <p:nvPr>
            <p:ph sz="quarter" idx="11"/>
          </p:nvPr>
        </p:nvPicPr>
        <p:blipFill>
          <a:blip r:embed="rId2"/>
          <a:stretch>
            <a:fillRect/>
          </a:stretch>
        </p:blipFill>
        <p:spPr>
          <a:xfrm>
            <a:off x="8371940" y="2222797"/>
            <a:ext cx="1633138" cy="544378"/>
          </a:xfrm>
        </p:spPr>
      </p:pic>
      <p:pic>
        <p:nvPicPr>
          <p:cNvPr id="10" name="Imagen 9">
            <a:extLst>
              <a:ext uri="{FF2B5EF4-FFF2-40B4-BE49-F238E27FC236}">
                <a16:creationId xmlns:a16="http://schemas.microsoft.com/office/drawing/2014/main" id="{AECEC94A-B4AD-4421-8731-CF52E5AD3CBF}"/>
              </a:ext>
            </a:extLst>
          </p:cNvPr>
          <p:cNvPicPr>
            <a:picLocks noChangeAspect="1"/>
          </p:cNvPicPr>
          <p:nvPr/>
        </p:nvPicPr>
        <p:blipFill>
          <a:blip r:embed="rId3"/>
          <a:stretch>
            <a:fillRect/>
          </a:stretch>
        </p:blipFill>
        <p:spPr>
          <a:xfrm>
            <a:off x="8558177" y="3437786"/>
            <a:ext cx="1260666" cy="487074"/>
          </a:xfrm>
          <a:prstGeom prst="rect">
            <a:avLst/>
          </a:prstGeom>
        </p:spPr>
      </p:pic>
      <p:pic>
        <p:nvPicPr>
          <p:cNvPr id="13" name="Imagen 12">
            <a:extLst>
              <a:ext uri="{FF2B5EF4-FFF2-40B4-BE49-F238E27FC236}">
                <a16:creationId xmlns:a16="http://schemas.microsoft.com/office/drawing/2014/main" id="{72C30652-5285-4DBA-A55C-3A0252577AF5}"/>
              </a:ext>
            </a:extLst>
          </p:cNvPr>
          <p:cNvPicPr>
            <a:picLocks noChangeAspect="1"/>
          </p:cNvPicPr>
          <p:nvPr/>
        </p:nvPicPr>
        <p:blipFill>
          <a:blip r:embed="rId4"/>
          <a:stretch>
            <a:fillRect/>
          </a:stretch>
        </p:blipFill>
        <p:spPr>
          <a:xfrm>
            <a:off x="8457897" y="4406711"/>
            <a:ext cx="1461224" cy="429772"/>
          </a:xfrm>
          <a:prstGeom prst="rect">
            <a:avLst/>
          </a:prstGeom>
        </p:spPr>
      </p:pic>
      <p:sp>
        <p:nvSpPr>
          <p:cNvPr id="2" name="Marcador de número de diapositiva 1">
            <a:extLst>
              <a:ext uri="{FF2B5EF4-FFF2-40B4-BE49-F238E27FC236}">
                <a16:creationId xmlns:a16="http://schemas.microsoft.com/office/drawing/2014/main" id="{540DC0EC-F02F-44F6-95F2-7A60A4A078EF}"/>
              </a:ext>
            </a:extLst>
          </p:cNvPr>
          <p:cNvSpPr>
            <a:spLocks noGrp="1"/>
          </p:cNvSpPr>
          <p:nvPr>
            <p:ph type="sldNum" sz="quarter" idx="4"/>
          </p:nvPr>
        </p:nvSpPr>
        <p:spPr/>
        <p:txBody>
          <a:bodyPr/>
          <a:lstStyle/>
          <a:p>
            <a:pPr rtl="0"/>
            <a:fld id="{B5CEABB6-07DC-46E8-9B57-56EC44A396E5}" type="slidenum">
              <a:rPr lang="es-ES" smtClean="0"/>
              <a:pPr rtl="0"/>
              <a:t>31</a:t>
            </a:fld>
            <a:endParaRPr lang="es-ES" dirty="0"/>
          </a:p>
        </p:txBody>
      </p:sp>
      <p:sp>
        <p:nvSpPr>
          <p:cNvPr id="11" name="Título 4">
            <a:extLst>
              <a:ext uri="{FF2B5EF4-FFF2-40B4-BE49-F238E27FC236}">
                <a16:creationId xmlns:a16="http://schemas.microsoft.com/office/drawing/2014/main" id="{9BD57E1F-36DE-4F05-A454-511951C828E0}"/>
              </a:ext>
            </a:extLst>
          </p:cNvPr>
          <p:cNvSpPr>
            <a:spLocks noGrp="1"/>
          </p:cNvSpPr>
          <p:nvPr>
            <p:ph type="title"/>
          </p:nvPr>
        </p:nvSpPr>
        <p:spPr>
          <a:xfrm>
            <a:off x="891990" y="434225"/>
            <a:ext cx="9524998" cy="1499627"/>
          </a:xfrm>
        </p:spPr>
        <p:txBody>
          <a:bodyPr/>
          <a:lstStyle/>
          <a:p>
            <a:r>
              <a:rPr lang="es-ES" dirty="0"/>
              <a:t>Bloques de Operador</a:t>
            </a:r>
            <a:endParaRPr lang="es-MX" dirty="0"/>
          </a:p>
        </p:txBody>
      </p:sp>
      <p:pic>
        <p:nvPicPr>
          <p:cNvPr id="8" name="Imagen 7">
            <a:extLst>
              <a:ext uri="{FF2B5EF4-FFF2-40B4-BE49-F238E27FC236}">
                <a16:creationId xmlns:a16="http://schemas.microsoft.com/office/drawing/2014/main" id="{E44AE3F9-3AF2-4214-854C-1937808247DD}"/>
              </a:ext>
            </a:extLst>
          </p:cNvPr>
          <p:cNvPicPr>
            <a:picLocks noChangeAspect="1"/>
          </p:cNvPicPr>
          <p:nvPr/>
        </p:nvPicPr>
        <p:blipFill>
          <a:blip r:embed="rId5"/>
          <a:stretch>
            <a:fillRect/>
          </a:stretch>
        </p:blipFill>
        <p:spPr>
          <a:xfrm>
            <a:off x="-7543" y="-25563"/>
            <a:ext cx="888053" cy="900000"/>
          </a:xfrm>
          <a:prstGeom prst="rect">
            <a:avLst/>
          </a:prstGeom>
        </p:spPr>
      </p:pic>
    </p:spTree>
    <p:extLst>
      <p:ext uri="{BB962C8B-B14F-4D97-AF65-F5344CB8AC3E}">
        <p14:creationId xmlns:p14="http://schemas.microsoft.com/office/powerpoint/2010/main" val="354934495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Marcador de contenido 5">
            <a:extLst>
              <a:ext uri="{FF2B5EF4-FFF2-40B4-BE49-F238E27FC236}">
                <a16:creationId xmlns:a16="http://schemas.microsoft.com/office/drawing/2014/main" id="{34E24264-76B7-4CEE-89C8-7ED41180125D}"/>
              </a:ext>
            </a:extLst>
          </p:cNvPr>
          <p:cNvSpPr>
            <a:spLocks noGrp="1"/>
          </p:cNvSpPr>
          <p:nvPr>
            <p:ph sz="quarter" idx="10"/>
          </p:nvPr>
        </p:nvSpPr>
        <p:spPr>
          <a:xfrm>
            <a:off x="544979" y="1825947"/>
            <a:ext cx="5755341" cy="6196404"/>
          </a:xfrm>
        </p:spPr>
        <p:txBody>
          <a:bodyPr>
            <a:normAutofit/>
          </a:bodyPr>
          <a:lstStyle/>
          <a:p>
            <a:r>
              <a:rPr lang="es-ES" sz="2000" b="1" dirty="0"/>
              <a:t>Operación de redondeo: </a:t>
            </a:r>
            <a:r>
              <a:rPr lang="es-ES" dirty="0"/>
              <a:t>Redondea un número al entero más cercano o según la forma que se indique.</a:t>
            </a:r>
          </a:p>
          <a:p>
            <a:r>
              <a:rPr lang="es-ES" sz="2000" b="1" dirty="0"/>
              <a:t>Operación monódica</a:t>
            </a:r>
            <a:r>
              <a:rPr lang="es-ES" b="1" dirty="0"/>
              <a:t>: </a:t>
            </a:r>
            <a:r>
              <a:rPr lang="es-ES" dirty="0"/>
              <a:t>Realiza operaciones que necesitan solo un número, como obtener el valor absoluto (número sin signo), cambiar el signo, o aplicar funciones matemáticas a ese número.</a:t>
            </a:r>
          </a:p>
          <a:p>
            <a:r>
              <a:rPr lang="es-ES" sz="2000" b="1" dirty="0"/>
              <a:t>Comando imprimir: </a:t>
            </a:r>
            <a:r>
              <a:rPr lang="es-ES" dirty="0"/>
              <a:t>Muestra los datos o mensajes en la pantalla o registro para ayudar a revisar y controlar el programa mientras se ejecuta.</a:t>
            </a:r>
            <a:endParaRPr lang="es-ES" sz="2000" dirty="0"/>
          </a:p>
        </p:txBody>
      </p:sp>
      <p:pic>
        <p:nvPicPr>
          <p:cNvPr id="16" name="Imagen 15">
            <a:extLst>
              <a:ext uri="{FF2B5EF4-FFF2-40B4-BE49-F238E27FC236}">
                <a16:creationId xmlns:a16="http://schemas.microsoft.com/office/drawing/2014/main" id="{C6427C86-92EF-4DF2-B377-9F7C2B82B7B4}"/>
              </a:ext>
            </a:extLst>
          </p:cNvPr>
          <p:cNvPicPr>
            <a:picLocks noChangeAspect="1"/>
          </p:cNvPicPr>
          <p:nvPr/>
        </p:nvPicPr>
        <p:blipFill>
          <a:blip r:embed="rId2"/>
          <a:stretch>
            <a:fillRect/>
          </a:stretch>
        </p:blipFill>
        <p:spPr>
          <a:xfrm>
            <a:off x="8675388" y="2117831"/>
            <a:ext cx="1079521" cy="460920"/>
          </a:xfrm>
          <a:prstGeom prst="rect">
            <a:avLst/>
          </a:prstGeom>
        </p:spPr>
      </p:pic>
      <p:pic>
        <p:nvPicPr>
          <p:cNvPr id="19" name="Imagen 18">
            <a:extLst>
              <a:ext uri="{FF2B5EF4-FFF2-40B4-BE49-F238E27FC236}">
                <a16:creationId xmlns:a16="http://schemas.microsoft.com/office/drawing/2014/main" id="{0D078EF9-326D-4D68-A03D-1E64EEDF7FFF}"/>
              </a:ext>
            </a:extLst>
          </p:cNvPr>
          <p:cNvPicPr>
            <a:picLocks noChangeAspect="1"/>
          </p:cNvPicPr>
          <p:nvPr/>
        </p:nvPicPr>
        <p:blipFill>
          <a:blip r:embed="rId3"/>
          <a:stretch>
            <a:fillRect/>
          </a:stretch>
        </p:blipFill>
        <p:spPr>
          <a:xfrm>
            <a:off x="8390706" y="3195138"/>
            <a:ext cx="1540440" cy="412401"/>
          </a:xfrm>
          <a:prstGeom prst="rect">
            <a:avLst/>
          </a:prstGeom>
        </p:spPr>
      </p:pic>
      <p:pic>
        <p:nvPicPr>
          <p:cNvPr id="22" name="Imagen 21">
            <a:extLst>
              <a:ext uri="{FF2B5EF4-FFF2-40B4-BE49-F238E27FC236}">
                <a16:creationId xmlns:a16="http://schemas.microsoft.com/office/drawing/2014/main" id="{89C2DEDC-2E2E-4B13-9867-D2658C01004B}"/>
              </a:ext>
            </a:extLst>
          </p:cNvPr>
          <p:cNvPicPr>
            <a:picLocks noChangeAspect="1"/>
          </p:cNvPicPr>
          <p:nvPr/>
        </p:nvPicPr>
        <p:blipFill>
          <a:blip r:embed="rId4"/>
          <a:stretch>
            <a:fillRect/>
          </a:stretch>
        </p:blipFill>
        <p:spPr>
          <a:xfrm>
            <a:off x="7847893" y="4346375"/>
            <a:ext cx="2777641" cy="557954"/>
          </a:xfrm>
          <a:prstGeom prst="rect">
            <a:avLst/>
          </a:prstGeom>
        </p:spPr>
      </p:pic>
      <p:sp>
        <p:nvSpPr>
          <p:cNvPr id="2" name="Marcador de número de diapositiva 1">
            <a:extLst>
              <a:ext uri="{FF2B5EF4-FFF2-40B4-BE49-F238E27FC236}">
                <a16:creationId xmlns:a16="http://schemas.microsoft.com/office/drawing/2014/main" id="{540DC0EC-F02F-44F6-95F2-7A60A4A078EF}"/>
              </a:ext>
            </a:extLst>
          </p:cNvPr>
          <p:cNvSpPr>
            <a:spLocks noGrp="1"/>
          </p:cNvSpPr>
          <p:nvPr>
            <p:ph type="sldNum" sz="quarter" idx="4"/>
          </p:nvPr>
        </p:nvSpPr>
        <p:spPr/>
        <p:txBody>
          <a:bodyPr/>
          <a:lstStyle/>
          <a:p>
            <a:pPr rtl="0"/>
            <a:fld id="{B5CEABB6-07DC-46E8-9B57-56EC44A396E5}" type="slidenum">
              <a:rPr lang="es-ES" smtClean="0"/>
              <a:pPr rtl="0"/>
              <a:t>32</a:t>
            </a:fld>
            <a:endParaRPr lang="es-ES" dirty="0"/>
          </a:p>
        </p:txBody>
      </p:sp>
      <p:sp>
        <p:nvSpPr>
          <p:cNvPr id="12" name="Título 4">
            <a:extLst>
              <a:ext uri="{FF2B5EF4-FFF2-40B4-BE49-F238E27FC236}">
                <a16:creationId xmlns:a16="http://schemas.microsoft.com/office/drawing/2014/main" id="{86CEE4EC-4BC5-486A-B989-C8EDA59192F5}"/>
              </a:ext>
            </a:extLst>
          </p:cNvPr>
          <p:cNvSpPr>
            <a:spLocks noGrp="1"/>
          </p:cNvSpPr>
          <p:nvPr>
            <p:ph type="title"/>
          </p:nvPr>
        </p:nvSpPr>
        <p:spPr>
          <a:xfrm>
            <a:off x="891990" y="434225"/>
            <a:ext cx="9524998" cy="1499627"/>
          </a:xfrm>
        </p:spPr>
        <p:txBody>
          <a:bodyPr/>
          <a:lstStyle/>
          <a:p>
            <a:r>
              <a:rPr lang="es-ES" dirty="0"/>
              <a:t>Bloques de Operador</a:t>
            </a:r>
            <a:endParaRPr lang="es-MX" dirty="0"/>
          </a:p>
        </p:txBody>
      </p:sp>
      <p:pic>
        <p:nvPicPr>
          <p:cNvPr id="8" name="Imagen 7">
            <a:extLst>
              <a:ext uri="{FF2B5EF4-FFF2-40B4-BE49-F238E27FC236}">
                <a16:creationId xmlns:a16="http://schemas.microsoft.com/office/drawing/2014/main" id="{C261C986-9873-4880-B160-F1DAA56B6416}"/>
              </a:ext>
            </a:extLst>
          </p:cNvPr>
          <p:cNvPicPr>
            <a:picLocks noChangeAspect="1"/>
          </p:cNvPicPr>
          <p:nvPr/>
        </p:nvPicPr>
        <p:blipFill>
          <a:blip r:embed="rId5"/>
          <a:stretch>
            <a:fillRect/>
          </a:stretch>
        </p:blipFill>
        <p:spPr>
          <a:xfrm>
            <a:off x="-7543" y="-25563"/>
            <a:ext cx="888053" cy="900000"/>
          </a:xfrm>
          <a:prstGeom prst="rect">
            <a:avLst/>
          </a:prstGeom>
        </p:spPr>
      </p:pic>
    </p:spTree>
    <p:extLst>
      <p:ext uri="{BB962C8B-B14F-4D97-AF65-F5344CB8AC3E}">
        <p14:creationId xmlns:p14="http://schemas.microsoft.com/office/powerpoint/2010/main" val="419949677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4">
            <a:extLst>
              <a:ext uri="{FF2B5EF4-FFF2-40B4-BE49-F238E27FC236}">
                <a16:creationId xmlns:a16="http://schemas.microsoft.com/office/drawing/2014/main" id="{44502753-8D89-46E8-84C8-0FD500EECD4D}"/>
              </a:ext>
            </a:extLst>
          </p:cNvPr>
          <p:cNvSpPr>
            <a:spLocks noGrp="1"/>
          </p:cNvSpPr>
          <p:nvPr>
            <p:ph type="title"/>
          </p:nvPr>
        </p:nvSpPr>
        <p:spPr/>
        <p:txBody>
          <a:bodyPr/>
          <a:lstStyle/>
          <a:p>
            <a:r>
              <a:rPr lang="es-ES" dirty="0"/>
              <a:t>Bloques de Cadena</a:t>
            </a:r>
            <a:endParaRPr lang="es-MX" dirty="0"/>
          </a:p>
        </p:txBody>
      </p:sp>
      <p:sp>
        <p:nvSpPr>
          <p:cNvPr id="6" name="Marcador de contenido 5">
            <a:extLst>
              <a:ext uri="{FF2B5EF4-FFF2-40B4-BE49-F238E27FC236}">
                <a16:creationId xmlns:a16="http://schemas.microsoft.com/office/drawing/2014/main" id="{00653504-9548-4389-9CD8-2E4D3C63105D}"/>
              </a:ext>
            </a:extLst>
          </p:cNvPr>
          <p:cNvSpPr>
            <a:spLocks noGrp="1"/>
          </p:cNvSpPr>
          <p:nvPr>
            <p:ph sz="quarter" idx="10"/>
          </p:nvPr>
        </p:nvSpPr>
        <p:spPr>
          <a:xfrm>
            <a:off x="914399" y="2022250"/>
            <a:ext cx="6625390" cy="4224004"/>
          </a:xfrm>
        </p:spPr>
        <p:txBody>
          <a:bodyPr>
            <a:normAutofit/>
          </a:bodyPr>
          <a:lstStyle/>
          <a:p>
            <a:r>
              <a:rPr lang="es-ES" dirty="0"/>
              <a:t>Los bloques de Cadena permiten manipular texto en tu programa visual. Incluyen Concatenate para unir varias cadenas, Length, </a:t>
            </a:r>
            <a:r>
              <a:rPr lang="es-MX" dirty="0"/>
              <a:t>Substring , IndexOf, Trim y Replace.</a:t>
            </a:r>
            <a:endParaRPr lang="es-ES" b="1" dirty="0"/>
          </a:p>
          <a:p>
            <a:pPr marL="342900" indent="-342900">
              <a:buFont typeface="Arial" panose="020B0604020202020204" pitchFamily="34" charset="0"/>
              <a:buChar char="•"/>
            </a:pPr>
            <a:r>
              <a:rPr lang="es-ES" b="1" dirty="0"/>
              <a:t>Obtener carácter en una posición determinada de la cadena: </a:t>
            </a:r>
            <a:r>
              <a:rPr lang="es-ES" dirty="0"/>
              <a:t>Devuelve la letra o símbolo que está en la posición que elijas dentro de un texto.</a:t>
            </a:r>
          </a:p>
          <a:p>
            <a:pPr marL="342900" indent="-342900">
              <a:buFont typeface="Arial" panose="020B0604020202020204" pitchFamily="34" charset="0"/>
              <a:buChar char="•"/>
            </a:pPr>
            <a:r>
              <a:rPr lang="es-MX" b="1" dirty="0"/>
              <a:t>Determinar si la cadena A contiene la cadena B: </a:t>
            </a:r>
            <a:r>
              <a:rPr lang="es-ES" dirty="0"/>
              <a:t>Revisa si un texto (cadena A) tiene dentro otro texto (cadena B) y dice “verdadero” si está o “falso” si no.</a:t>
            </a:r>
          </a:p>
          <a:p>
            <a:pPr marL="342900" indent="-342900">
              <a:buFont typeface="Arial" panose="020B0604020202020204" pitchFamily="34" charset="0"/>
              <a:buChar char="•"/>
            </a:pPr>
            <a:r>
              <a:rPr lang="es-ES" b="1" dirty="0"/>
              <a:t>Conectar dos cadenas: </a:t>
            </a:r>
            <a:r>
              <a:rPr lang="es-ES" dirty="0"/>
              <a:t>Une dos textos para formar uno solo, poniendo el segundo texto justo después del primero.</a:t>
            </a:r>
          </a:p>
        </p:txBody>
      </p:sp>
      <p:pic>
        <p:nvPicPr>
          <p:cNvPr id="7" name="Marcador de contenido 6">
            <a:extLst>
              <a:ext uri="{FF2B5EF4-FFF2-40B4-BE49-F238E27FC236}">
                <a16:creationId xmlns:a16="http://schemas.microsoft.com/office/drawing/2014/main" id="{8AC7EF0F-2843-4227-91F1-355C068BC0C9}"/>
              </a:ext>
            </a:extLst>
          </p:cNvPr>
          <p:cNvPicPr>
            <a:picLocks noGrp="1" noChangeAspect="1"/>
          </p:cNvPicPr>
          <p:nvPr>
            <p:ph sz="quarter" idx="11"/>
          </p:nvPr>
        </p:nvPicPr>
        <p:blipFill>
          <a:blip r:embed="rId2"/>
          <a:stretch>
            <a:fillRect/>
          </a:stretch>
        </p:blipFill>
        <p:spPr>
          <a:xfrm>
            <a:off x="8720758" y="3192379"/>
            <a:ext cx="1372648" cy="380118"/>
          </a:xfrm>
        </p:spPr>
      </p:pic>
      <p:pic>
        <p:nvPicPr>
          <p:cNvPr id="10" name="Imagen 9">
            <a:extLst>
              <a:ext uri="{FF2B5EF4-FFF2-40B4-BE49-F238E27FC236}">
                <a16:creationId xmlns:a16="http://schemas.microsoft.com/office/drawing/2014/main" id="{B82BEDD9-7B23-4C0F-A145-0A9E7259197C}"/>
              </a:ext>
            </a:extLst>
          </p:cNvPr>
          <p:cNvPicPr>
            <a:picLocks noChangeAspect="1"/>
          </p:cNvPicPr>
          <p:nvPr/>
        </p:nvPicPr>
        <p:blipFill>
          <a:blip r:embed="rId3"/>
          <a:stretch>
            <a:fillRect/>
          </a:stretch>
        </p:blipFill>
        <p:spPr>
          <a:xfrm>
            <a:off x="8517911" y="4324511"/>
            <a:ext cx="1742204" cy="390676"/>
          </a:xfrm>
          <a:prstGeom prst="rect">
            <a:avLst/>
          </a:prstGeom>
        </p:spPr>
      </p:pic>
      <p:pic>
        <p:nvPicPr>
          <p:cNvPr id="13" name="Imagen 12">
            <a:extLst>
              <a:ext uri="{FF2B5EF4-FFF2-40B4-BE49-F238E27FC236}">
                <a16:creationId xmlns:a16="http://schemas.microsoft.com/office/drawing/2014/main" id="{3A4E2BA8-CD60-420C-8180-9682D5067B76}"/>
              </a:ext>
            </a:extLst>
          </p:cNvPr>
          <p:cNvPicPr>
            <a:picLocks noChangeAspect="1"/>
          </p:cNvPicPr>
          <p:nvPr/>
        </p:nvPicPr>
        <p:blipFill>
          <a:blip r:embed="rId4"/>
          <a:stretch>
            <a:fillRect/>
          </a:stretch>
        </p:blipFill>
        <p:spPr>
          <a:xfrm>
            <a:off x="8494726" y="5160316"/>
            <a:ext cx="1784442" cy="380118"/>
          </a:xfrm>
          <a:prstGeom prst="rect">
            <a:avLst/>
          </a:prstGeom>
        </p:spPr>
      </p:pic>
      <p:sp>
        <p:nvSpPr>
          <p:cNvPr id="2" name="Marcador de número de diapositiva 1">
            <a:extLst>
              <a:ext uri="{FF2B5EF4-FFF2-40B4-BE49-F238E27FC236}">
                <a16:creationId xmlns:a16="http://schemas.microsoft.com/office/drawing/2014/main" id="{A7D69512-BFC9-4A58-A939-52314F15AAD6}"/>
              </a:ext>
            </a:extLst>
          </p:cNvPr>
          <p:cNvSpPr>
            <a:spLocks noGrp="1"/>
          </p:cNvSpPr>
          <p:nvPr>
            <p:ph type="sldNum" sz="quarter" idx="4"/>
          </p:nvPr>
        </p:nvSpPr>
        <p:spPr/>
        <p:txBody>
          <a:bodyPr/>
          <a:lstStyle/>
          <a:p>
            <a:pPr rtl="0"/>
            <a:fld id="{B5CEABB6-07DC-46E8-9B57-56EC44A396E5}" type="slidenum">
              <a:rPr lang="es-ES" smtClean="0"/>
              <a:pPr rtl="0"/>
              <a:t>33</a:t>
            </a:fld>
            <a:endParaRPr lang="es-ES" dirty="0"/>
          </a:p>
        </p:txBody>
      </p:sp>
      <p:pic>
        <p:nvPicPr>
          <p:cNvPr id="8" name="Imagen 7">
            <a:extLst>
              <a:ext uri="{FF2B5EF4-FFF2-40B4-BE49-F238E27FC236}">
                <a16:creationId xmlns:a16="http://schemas.microsoft.com/office/drawing/2014/main" id="{57D2E2DE-8014-4953-A3EF-2F8BD05A0A51}"/>
              </a:ext>
            </a:extLst>
          </p:cNvPr>
          <p:cNvPicPr>
            <a:picLocks noChangeAspect="1"/>
          </p:cNvPicPr>
          <p:nvPr/>
        </p:nvPicPr>
        <p:blipFill>
          <a:blip r:embed="rId5"/>
          <a:stretch>
            <a:fillRect/>
          </a:stretch>
        </p:blipFill>
        <p:spPr>
          <a:xfrm>
            <a:off x="-7543" y="-25563"/>
            <a:ext cx="888053" cy="900000"/>
          </a:xfrm>
          <a:prstGeom prst="rect">
            <a:avLst/>
          </a:prstGeom>
        </p:spPr>
      </p:pic>
    </p:spTree>
    <p:extLst>
      <p:ext uri="{BB962C8B-B14F-4D97-AF65-F5344CB8AC3E}">
        <p14:creationId xmlns:p14="http://schemas.microsoft.com/office/powerpoint/2010/main" val="294794588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Marcador de contenido 5">
            <a:extLst>
              <a:ext uri="{FF2B5EF4-FFF2-40B4-BE49-F238E27FC236}">
                <a16:creationId xmlns:a16="http://schemas.microsoft.com/office/drawing/2014/main" id="{34E24264-76B7-4CEE-89C8-7ED41180125D}"/>
              </a:ext>
            </a:extLst>
          </p:cNvPr>
          <p:cNvSpPr>
            <a:spLocks noGrp="1"/>
          </p:cNvSpPr>
          <p:nvPr>
            <p:ph sz="quarter" idx="10"/>
          </p:nvPr>
        </p:nvSpPr>
        <p:spPr>
          <a:xfrm>
            <a:off x="1187209" y="2205129"/>
            <a:ext cx="5755341" cy="6196404"/>
          </a:xfrm>
        </p:spPr>
        <p:txBody>
          <a:bodyPr>
            <a:normAutofit/>
          </a:bodyPr>
          <a:lstStyle/>
          <a:p>
            <a:r>
              <a:rPr lang="es-ES" sz="2400" b="1" dirty="0"/>
              <a:t>Obtener la longitud de una cadena o matriz: </a:t>
            </a:r>
            <a:r>
              <a:rPr lang="es-ES" sz="2000" dirty="0"/>
              <a:t>Esta función dice cuántos caracteres tiene un texto o cuántos elementos hay en una lista (matriz).</a:t>
            </a:r>
          </a:p>
          <a:p>
            <a:r>
              <a:rPr lang="es-ES" sz="2400" b="1" dirty="0"/>
              <a:t>Comparar dos cadenas: </a:t>
            </a:r>
            <a:r>
              <a:rPr lang="es-ES" sz="2000" dirty="0"/>
              <a:t>Compara dos textos letra por letra según su orden en el código ASCII, para saber cuál es mayor, cuál es menor o si son iguales.</a:t>
            </a:r>
            <a:endParaRPr lang="es-ES" sz="2400" b="0" i="0" dirty="0">
              <a:solidFill>
                <a:srgbClr val="111111"/>
              </a:solidFill>
              <a:effectLst/>
              <a:latin typeface="Roboto" panose="02000000000000000000" pitchFamily="2" charset="0"/>
            </a:endParaRPr>
          </a:p>
        </p:txBody>
      </p:sp>
      <p:pic>
        <p:nvPicPr>
          <p:cNvPr id="5" name="Marcador de contenido 4">
            <a:extLst>
              <a:ext uri="{FF2B5EF4-FFF2-40B4-BE49-F238E27FC236}">
                <a16:creationId xmlns:a16="http://schemas.microsoft.com/office/drawing/2014/main" id="{D9EF0B93-E0D5-4752-86F9-6D7F2C44AB5C}"/>
              </a:ext>
            </a:extLst>
          </p:cNvPr>
          <p:cNvPicPr>
            <a:picLocks noGrp="1" noChangeAspect="1"/>
          </p:cNvPicPr>
          <p:nvPr>
            <p:ph sz="quarter" idx="11"/>
          </p:nvPr>
        </p:nvPicPr>
        <p:blipFill>
          <a:blip r:embed="rId2"/>
          <a:stretch>
            <a:fillRect/>
          </a:stretch>
        </p:blipFill>
        <p:spPr>
          <a:xfrm>
            <a:off x="7638902" y="2507353"/>
            <a:ext cx="2601001" cy="496820"/>
          </a:xfrm>
        </p:spPr>
      </p:pic>
      <p:pic>
        <p:nvPicPr>
          <p:cNvPr id="9" name="Imagen 8">
            <a:extLst>
              <a:ext uri="{FF2B5EF4-FFF2-40B4-BE49-F238E27FC236}">
                <a16:creationId xmlns:a16="http://schemas.microsoft.com/office/drawing/2014/main" id="{813808FC-5E28-46D0-81AB-794A9B421A46}"/>
              </a:ext>
            </a:extLst>
          </p:cNvPr>
          <p:cNvPicPr>
            <a:picLocks noChangeAspect="1"/>
          </p:cNvPicPr>
          <p:nvPr/>
        </p:nvPicPr>
        <p:blipFill>
          <a:blip r:embed="rId3"/>
          <a:stretch>
            <a:fillRect/>
          </a:stretch>
        </p:blipFill>
        <p:spPr>
          <a:xfrm>
            <a:off x="7618558" y="4028863"/>
            <a:ext cx="2659450" cy="438371"/>
          </a:xfrm>
          <a:prstGeom prst="rect">
            <a:avLst/>
          </a:prstGeom>
        </p:spPr>
      </p:pic>
      <p:sp>
        <p:nvSpPr>
          <p:cNvPr id="2" name="Marcador de número de diapositiva 1">
            <a:extLst>
              <a:ext uri="{FF2B5EF4-FFF2-40B4-BE49-F238E27FC236}">
                <a16:creationId xmlns:a16="http://schemas.microsoft.com/office/drawing/2014/main" id="{A81543EB-A57A-48DE-AE75-BBCBBFB3B813}"/>
              </a:ext>
            </a:extLst>
          </p:cNvPr>
          <p:cNvSpPr>
            <a:spLocks noGrp="1"/>
          </p:cNvSpPr>
          <p:nvPr>
            <p:ph type="sldNum" sz="quarter" idx="4"/>
          </p:nvPr>
        </p:nvSpPr>
        <p:spPr/>
        <p:txBody>
          <a:bodyPr/>
          <a:lstStyle/>
          <a:p>
            <a:pPr rtl="0"/>
            <a:fld id="{B5CEABB6-07DC-46E8-9B57-56EC44A396E5}" type="slidenum">
              <a:rPr lang="es-ES" smtClean="0"/>
              <a:pPr rtl="0"/>
              <a:t>34</a:t>
            </a:fld>
            <a:endParaRPr lang="es-ES" dirty="0"/>
          </a:p>
        </p:txBody>
      </p:sp>
      <p:sp>
        <p:nvSpPr>
          <p:cNvPr id="11" name="Título 4">
            <a:extLst>
              <a:ext uri="{FF2B5EF4-FFF2-40B4-BE49-F238E27FC236}">
                <a16:creationId xmlns:a16="http://schemas.microsoft.com/office/drawing/2014/main" id="{2899601E-C085-4660-B59C-F6E012BCB658}"/>
              </a:ext>
            </a:extLst>
          </p:cNvPr>
          <p:cNvSpPr>
            <a:spLocks noGrp="1"/>
          </p:cNvSpPr>
          <p:nvPr>
            <p:ph type="title"/>
          </p:nvPr>
        </p:nvSpPr>
        <p:spPr>
          <a:xfrm>
            <a:off x="891990" y="434225"/>
            <a:ext cx="9524998" cy="1499627"/>
          </a:xfrm>
        </p:spPr>
        <p:txBody>
          <a:bodyPr/>
          <a:lstStyle/>
          <a:p>
            <a:r>
              <a:rPr lang="es-ES" dirty="0"/>
              <a:t>Bloques de Cadena</a:t>
            </a:r>
            <a:endParaRPr lang="es-MX" dirty="0"/>
          </a:p>
        </p:txBody>
      </p:sp>
      <p:pic>
        <p:nvPicPr>
          <p:cNvPr id="7" name="Imagen 6">
            <a:extLst>
              <a:ext uri="{FF2B5EF4-FFF2-40B4-BE49-F238E27FC236}">
                <a16:creationId xmlns:a16="http://schemas.microsoft.com/office/drawing/2014/main" id="{5033B16D-83FA-40CB-8874-041C54B0A4AB}"/>
              </a:ext>
            </a:extLst>
          </p:cNvPr>
          <p:cNvPicPr>
            <a:picLocks noChangeAspect="1"/>
          </p:cNvPicPr>
          <p:nvPr/>
        </p:nvPicPr>
        <p:blipFill>
          <a:blip r:embed="rId4"/>
          <a:stretch>
            <a:fillRect/>
          </a:stretch>
        </p:blipFill>
        <p:spPr>
          <a:xfrm>
            <a:off x="-7543" y="-25563"/>
            <a:ext cx="888053" cy="900000"/>
          </a:xfrm>
          <a:prstGeom prst="rect">
            <a:avLst/>
          </a:prstGeom>
        </p:spPr>
      </p:pic>
    </p:spTree>
    <p:extLst>
      <p:ext uri="{BB962C8B-B14F-4D97-AF65-F5344CB8AC3E}">
        <p14:creationId xmlns:p14="http://schemas.microsoft.com/office/powerpoint/2010/main" val="136403436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Marcador de contenido 5">
            <a:extLst>
              <a:ext uri="{FF2B5EF4-FFF2-40B4-BE49-F238E27FC236}">
                <a16:creationId xmlns:a16="http://schemas.microsoft.com/office/drawing/2014/main" id="{34E24264-76B7-4CEE-89C8-7ED41180125D}"/>
              </a:ext>
            </a:extLst>
          </p:cNvPr>
          <p:cNvSpPr>
            <a:spLocks noGrp="1"/>
          </p:cNvSpPr>
          <p:nvPr>
            <p:ph sz="quarter" idx="10"/>
          </p:nvPr>
        </p:nvSpPr>
        <p:spPr>
          <a:xfrm>
            <a:off x="673769" y="2566258"/>
            <a:ext cx="5755341" cy="6196404"/>
          </a:xfrm>
        </p:spPr>
        <p:txBody>
          <a:bodyPr>
            <a:normAutofit/>
          </a:bodyPr>
          <a:lstStyle/>
          <a:p>
            <a:r>
              <a:rPr lang="es-ES" sz="2400" b="1" dirty="0"/>
              <a:t>Convertir matriz a cadena: </a:t>
            </a:r>
            <a:r>
              <a:rPr lang="es-ES" sz="2000" dirty="0"/>
              <a:t>Transforma una lista de elementos en un texto, uniendo cada elemento con un separador que elijas.</a:t>
            </a:r>
          </a:p>
          <a:p>
            <a:r>
              <a:rPr lang="es-ES" sz="2400" b="1" dirty="0"/>
              <a:t>Convertir cadena a matriz: </a:t>
            </a:r>
            <a:r>
              <a:rPr lang="es-ES" sz="2000" dirty="0"/>
              <a:t>Transforma un texto en una lista de elementos, separando el texto usando el separador que indiques.</a:t>
            </a:r>
            <a:endParaRPr lang="es-ES" sz="2400" b="0" i="0" dirty="0">
              <a:solidFill>
                <a:srgbClr val="111111"/>
              </a:solidFill>
              <a:effectLst/>
              <a:latin typeface="Roboto" panose="02000000000000000000" pitchFamily="2" charset="0"/>
            </a:endParaRPr>
          </a:p>
        </p:txBody>
      </p:sp>
      <p:pic>
        <p:nvPicPr>
          <p:cNvPr id="12" name="Imagen 11">
            <a:extLst>
              <a:ext uri="{FF2B5EF4-FFF2-40B4-BE49-F238E27FC236}">
                <a16:creationId xmlns:a16="http://schemas.microsoft.com/office/drawing/2014/main" id="{537A63EB-821B-4903-8755-2A29A15460F1}"/>
              </a:ext>
            </a:extLst>
          </p:cNvPr>
          <p:cNvPicPr>
            <a:picLocks noChangeAspect="1"/>
          </p:cNvPicPr>
          <p:nvPr/>
        </p:nvPicPr>
        <p:blipFill>
          <a:blip r:embed="rId2"/>
          <a:stretch>
            <a:fillRect/>
          </a:stretch>
        </p:blipFill>
        <p:spPr>
          <a:xfrm>
            <a:off x="6713632" y="2879942"/>
            <a:ext cx="4458594" cy="495399"/>
          </a:xfrm>
          <a:prstGeom prst="rect">
            <a:avLst/>
          </a:prstGeom>
        </p:spPr>
      </p:pic>
      <p:pic>
        <p:nvPicPr>
          <p:cNvPr id="15" name="Imagen 14">
            <a:extLst>
              <a:ext uri="{FF2B5EF4-FFF2-40B4-BE49-F238E27FC236}">
                <a16:creationId xmlns:a16="http://schemas.microsoft.com/office/drawing/2014/main" id="{DCDE0547-AFBB-409D-815C-AA6B27217D9A}"/>
              </a:ext>
            </a:extLst>
          </p:cNvPr>
          <p:cNvPicPr>
            <a:picLocks noChangeAspect="1"/>
          </p:cNvPicPr>
          <p:nvPr/>
        </p:nvPicPr>
        <p:blipFill>
          <a:blip r:embed="rId3"/>
          <a:stretch>
            <a:fillRect/>
          </a:stretch>
        </p:blipFill>
        <p:spPr>
          <a:xfrm>
            <a:off x="6774014" y="3894550"/>
            <a:ext cx="4364869" cy="495399"/>
          </a:xfrm>
          <a:prstGeom prst="rect">
            <a:avLst/>
          </a:prstGeom>
        </p:spPr>
      </p:pic>
      <p:sp>
        <p:nvSpPr>
          <p:cNvPr id="2" name="Marcador de número de diapositiva 1">
            <a:extLst>
              <a:ext uri="{FF2B5EF4-FFF2-40B4-BE49-F238E27FC236}">
                <a16:creationId xmlns:a16="http://schemas.microsoft.com/office/drawing/2014/main" id="{A81543EB-A57A-48DE-AE75-BBCBBFB3B813}"/>
              </a:ext>
            </a:extLst>
          </p:cNvPr>
          <p:cNvSpPr>
            <a:spLocks noGrp="1"/>
          </p:cNvSpPr>
          <p:nvPr>
            <p:ph type="sldNum" sz="quarter" idx="4"/>
          </p:nvPr>
        </p:nvSpPr>
        <p:spPr/>
        <p:txBody>
          <a:bodyPr/>
          <a:lstStyle/>
          <a:p>
            <a:pPr rtl="0"/>
            <a:fld id="{B5CEABB6-07DC-46E8-9B57-56EC44A396E5}" type="slidenum">
              <a:rPr lang="es-ES" smtClean="0"/>
              <a:pPr rtl="0"/>
              <a:t>35</a:t>
            </a:fld>
            <a:endParaRPr lang="es-ES" dirty="0"/>
          </a:p>
        </p:txBody>
      </p:sp>
      <p:sp>
        <p:nvSpPr>
          <p:cNvPr id="13" name="Título 4">
            <a:extLst>
              <a:ext uri="{FF2B5EF4-FFF2-40B4-BE49-F238E27FC236}">
                <a16:creationId xmlns:a16="http://schemas.microsoft.com/office/drawing/2014/main" id="{F41FDF3B-CB81-421B-A178-470A9FFAD3D2}"/>
              </a:ext>
            </a:extLst>
          </p:cNvPr>
          <p:cNvSpPr>
            <a:spLocks noGrp="1"/>
          </p:cNvSpPr>
          <p:nvPr>
            <p:ph type="title"/>
          </p:nvPr>
        </p:nvSpPr>
        <p:spPr>
          <a:xfrm>
            <a:off x="891990" y="434225"/>
            <a:ext cx="9524998" cy="1499627"/>
          </a:xfrm>
        </p:spPr>
        <p:txBody>
          <a:bodyPr/>
          <a:lstStyle/>
          <a:p>
            <a:r>
              <a:rPr lang="es-ES" dirty="0"/>
              <a:t>Bloques de Cadena</a:t>
            </a:r>
            <a:endParaRPr lang="es-MX" dirty="0"/>
          </a:p>
        </p:txBody>
      </p:sp>
      <p:pic>
        <p:nvPicPr>
          <p:cNvPr id="7" name="Imagen 6">
            <a:extLst>
              <a:ext uri="{FF2B5EF4-FFF2-40B4-BE49-F238E27FC236}">
                <a16:creationId xmlns:a16="http://schemas.microsoft.com/office/drawing/2014/main" id="{FBEF3557-5DD3-43AE-84C6-D1293E411CF5}"/>
              </a:ext>
            </a:extLst>
          </p:cNvPr>
          <p:cNvPicPr>
            <a:picLocks noChangeAspect="1"/>
          </p:cNvPicPr>
          <p:nvPr/>
        </p:nvPicPr>
        <p:blipFill>
          <a:blip r:embed="rId4"/>
          <a:stretch>
            <a:fillRect/>
          </a:stretch>
        </p:blipFill>
        <p:spPr>
          <a:xfrm>
            <a:off x="-7543" y="-25563"/>
            <a:ext cx="888053" cy="900000"/>
          </a:xfrm>
          <a:prstGeom prst="rect">
            <a:avLst/>
          </a:prstGeom>
        </p:spPr>
      </p:pic>
    </p:spTree>
    <p:extLst>
      <p:ext uri="{BB962C8B-B14F-4D97-AF65-F5344CB8AC3E}">
        <p14:creationId xmlns:p14="http://schemas.microsoft.com/office/powerpoint/2010/main" val="65722771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Marcador de contenido 5">
            <a:extLst>
              <a:ext uri="{FF2B5EF4-FFF2-40B4-BE49-F238E27FC236}">
                <a16:creationId xmlns:a16="http://schemas.microsoft.com/office/drawing/2014/main" id="{34E24264-76B7-4CEE-89C8-7ED41180125D}"/>
              </a:ext>
            </a:extLst>
          </p:cNvPr>
          <p:cNvSpPr>
            <a:spLocks noGrp="1"/>
          </p:cNvSpPr>
          <p:nvPr>
            <p:ph sz="quarter" idx="10"/>
          </p:nvPr>
        </p:nvSpPr>
        <p:spPr>
          <a:xfrm>
            <a:off x="753978" y="2525971"/>
            <a:ext cx="5755341" cy="6196404"/>
          </a:xfrm>
        </p:spPr>
        <p:txBody>
          <a:bodyPr>
            <a:normAutofit/>
          </a:bodyPr>
          <a:lstStyle/>
          <a:p>
            <a:r>
              <a:rPr lang="es-ES" sz="2400" b="1" dirty="0"/>
              <a:t>Obtener elemento en una posición determinada de la matriz: </a:t>
            </a:r>
            <a:r>
              <a:rPr lang="es-ES" sz="2000" dirty="0"/>
              <a:t>Devuelve el elemento que está en la posición que indiques dentro de una lista.</a:t>
            </a:r>
          </a:p>
          <a:p>
            <a:r>
              <a:rPr lang="es-ES" sz="2400" b="1" dirty="0"/>
              <a:t>Obtener múltiples caracteres especificados de una cadena: </a:t>
            </a:r>
            <a:r>
              <a:rPr lang="es-ES" sz="2000" dirty="0"/>
              <a:t>Saca varios caracteres de un texto según las posiciones o rangos que señales</a:t>
            </a:r>
            <a:r>
              <a:rPr lang="es-ES" sz="2400" dirty="0"/>
              <a:t>.</a:t>
            </a:r>
          </a:p>
          <a:p>
            <a:pPr marL="0" indent="0">
              <a:buNone/>
            </a:pPr>
            <a:endParaRPr lang="es-ES" sz="2400" b="0" i="0" dirty="0">
              <a:solidFill>
                <a:srgbClr val="111111"/>
              </a:solidFill>
              <a:effectLst/>
              <a:latin typeface="Roboto" panose="02000000000000000000" pitchFamily="2" charset="0"/>
            </a:endParaRPr>
          </a:p>
        </p:txBody>
      </p:sp>
      <p:pic>
        <p:nvPicPr>
          <p:cNvPr id="18" name="Imagen 17">
            <a:extLst>
              <a:ext uri="{FF2B5EF4-FFF2-40B4-BE49-F238E27FC236}">
                <a16:creationId xmlns:a16="http://schemas.microsoft.com/office/drawing/2014/main" id="{8884ABC5-1995-46AB-9F17-25C31577E18B}"/>
              </a:ext>
            </a:extLst>
          </p:cNvPr>
          <p:cNvPicPr>
            <a:picLocks noChangeAspect="1"/>
          </p:cNvPicPr>
          <p:nvPr/>
        </p:nvPicPr>
        <p:blipFill>
          <a:blip r:embed="rId2"/>
          <a:stretch>
            <a:fillRect/>
          </a:stretch>
        </p:blipFill>
        <p:spPr>
          <a:xfrm>
            <a:off x="7648720" y="2678255"/>
            <a:ext cx="2944511" cy="444681"/>
          </a:xfrm>
          <a:prstGeom prst="rect">
            <a:avLst/>
          </a:prstGeom>
        </p:spPr>
      </p:pic>
      <p:pic>
        <p:nvPicPr>
          <p:cNvPr id="21" name="Imagen 20">
            <a:extLst>
              <a:ext uri="{FF2B5EF4-FFF2-40B4-BE49-F238E27FC236}">
                <a16:creationId xmlns:a16="http://schemas.microsoft.com/office/drawing/2014/main" id="{51F711E8-7101-4A28-B506-5AB43C28352E}"/>
              </a:ext>
            </a:extLst>
          </p:cNvPr>
          <p:cNvPicPr>
            <a:picLocks noChangeAspect="1"/>
          </p:cNvPicPr>
          <p:nvPr/>
        </p:nvPicPr>
        <p:blipFill>
          <a:blip r:embed="rId3"/>
          <a:stretch>
            <a:fillRect/>
          </a:stretch>
        </p:blipFill>
        <p:spPr>
          <a:xfrm>
            <a:off x="6509319" y="4443413"/>
            <a:ext cx="5636633" cy="480736"/>
          </a:xfrm>
          <a:prstGeom prst="rect">
            <a:avLst/>
          </a:prstGeom>
        </p:spPr>
      </p:pic>
      <p:sp>
        <p:nvSpPr>
          <p:cNvPr id="2" name="Marcador de número de diapositiva 1">
            <a:extLst>
              <a:ext uri="{FF2B5EF4-FFF2-40B4-BE49-F238E27FC236}">
                <a16:creationId xmlns:a16="http://schemas.microsoft.com/office/drawing/2014/main" id="{A81543EB-A57A-48DE-AE75-BBCBBFB3B813}"/>
              </a:ext>
            </a:extLst>
          </p:cNvPr>
          <p:cNvSpPr>
            <a:spLocks noGrp="1"/>
          </p:cNvSpPr>
          <p:nvPr>
            <p:ph type="sldNum" sz="quarter" idx="4"/>
          </p:nvPr>
        </p:nvSpPr>
        <p:spPr/>
        <p:txBody>
          <a:bodyPr/>
          <a:lstStyle/>
          <a:p>
            <a:pPr rtl="0"/>
            <a:fld id="{B5CEABB6-07DC-46E8-9B57-56EC44A396E5}" type="slidenum">
              <a:rPr lang="es-ES" smtClean="0"/>
              <a:pPr rtl="0"/>
              <a:t>36</a:t>
            </a:fld>
            <a:endParaRPr lang="es-ES" dirty="0"/>
          </a:p>
        </p:txBody>
      </p:sp>
      <p:sp>
        <p:nvSpPr>
          <p:cNvPr id="13" name="Título 4">
            <a:extLst>
              <a:ext uri="{FF2B5EF4-FFF2-40B4-BE49-F238E27FC236}">
                <a16:creationId xmlns:a16="http://schemas.microsoft.com/office/drawing/2014/main" id="{7983F189-0643-4408-835F-8963BDE29EBD}"/>
              </a:ext>
            </a:extLst>
          </p:cNvPr>
          <p:cNvSpPr>
            <a:spLocks noGrp="1"/>
          </p:cNvSpPr>
          <p:nvPr>
            <p:ph type="title"/>
          </p:nvPr>
        </p:nvSpPr>
        <p:spPr>
          <a:xfrm>
            <a:off x="891990" y="434225"/>
            <a:ext cx="9524998" cy="1499627"/>
          </a:xfrm>
        </p:spPr>
        <p:txBody>
          <a:bodyPr/>
          <a:lstStyle/>
          <a:p>
            <a:r>
              <a:rPr lang="es-ES" dirty="0"/>
              <a:t>Bloques de Cadena</a:t>
            </a:r>
            <a:endParaRPr lang="es-MX" dirty="0"/>
          </a:p>
        </p:txBody>
      </p:sp>
      <p:pic>
        <p:nvPicPr>
          <p:cNvPr id="7" name="Imagen 6">
            <a:extLst>
              <a:ext uri="{FF2B5EF4-FFF2-40B4-BE49-F238E27FC236}">
                <a16:creationId xmlns:a16="http://schemas.microsoft.com/office/drawing/2014/main" id="{2B5B22CA-EAD9-4807-9D26-51F9C1AAAA76}"/>
              </a:ext>
            </a:extLst>
          </p:cNvPr>
          <p:cNvPicPr>
            <a:picLocks noChangeAspect="1"/>
          </p:cNvPicPr>
          <p:nvPr/>
        </p:nvPicPr>
        <p:blipFill>
          <a:blip r:embed="rId4"/>
          <a:stretch>
            <a:fillRect/>
          </a:stretch>
        </p:blipFill>
        <p:spPr>
          <a:xfrm>
            <a:off x="-7543" y="-25563"/>
            <a:ext cx="888053" cy="900000"/>
          </a:xfrm>
          <a:prstGeom prst="rect">
            <a:avLst/>
          </a:prstGeom>
        </p:spPr>
      </p:pic>
    </p:spTree>
    <p:extLst>
      <p:ext uri="{BB962C8B-B14F-4D97-AF65-F5344CB8AC3E}">
        <p14:creationId xmlns:p14="http://schemas.microsoft.com/office/powerpoint/2010/main" val="246462685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Marcador de contenido 5">
            <a:extLst>
              <a:ext uri="{FF2B5EF4-FFF2-40B4-BE49-F238E27FC236}">
                <a16:creationId xmlns:a16="http://schemas.microsoft.com/office/drawing/2014/main" id="{34E24264-76B7-4CEE-89C8-7ED41180125D}"/>
              </a:ext>
            </a:extLst>
          </p:cNvPr>
          <p:cNvSpPr>
            <a:spLocks noGrp="1"/>
          </p:cNvSpPr>
          <p:nvPr>
            <p:ph sz="quarter" idx="10"/>
          </p:nvPr>
        </p:nvSpPr>
        <p:spPr>
          <a:xfrm>
            <a:off x="545431" y="2862856"/>
            <a:ext cx="5755341" cy="6196404"/>
          </a:xfrm>
        </p:spPr>
        <p:txBody>
          <a:bodyPr>
            <a:normAutofit/>
          </a:bodyPr>
          <a:lstStyle/>
          <a:p>
            <a:r>
              <a:rPr lang="es-ES" sz="2400" b="1" dirty="0"/>
              <a:t>Establecer el carácter especificado en una matriz: </a:t>
            </a:r>
            <a:r>
              <a:rPr lang="es-ES" sz="2000" dirty="0"/>
              <a:t>Cambia el valor del elemento que está en una posición específica dentro de una lista.</a:t>
            </a:r>
            <a:endParaRPr lang="es-ES" sz="2400" b="0" i="0" dirty="0">
              <a:solidFill>
                <a:srgbClr val="111111"/>
              </a:solidFill>
              <a:effectLst/>
              <a:latin typeface="Roboto" panose="02000000000000000000" pitchFamily="2" charset="0"/>
            </a:endParaRPr>
          </a:p>
        </p:txBody>
      </p:sp>
      <p:pic>
        <p:nvPicPr>
          <p:cNvPr id="25" name="Imagen 24">
            <a:extLst>
              <a:ext uri="{FF2B5EF4-FFF2-40B4-BE49-F238E27FC236}">
                <a16:creationId xmlns:a16="http://schemas.microsoft.com/office/drawing/2014/main" id="{A0D3815D-98E5-46D1-ACCA-8EC0F21DEBAF}"/>
              </a:ext>
            </a:extLst>
          </p:cNvPr>
          <p:cNvPicPr>
            <a:picLocks noChangeAspect="1"/>
          </p:cNvPicPr>
          <p:nvPr/>
        </p:nvPicPr>
        <p:blipFill>
          <a:blip r:embed="rId2"/>
          <a:stretch>
            <a:fillRect/>
          </a:stretch>
        </p:blipFill>
        <p:spPr>
          <a:xfrm>
            <a:off x="7121596" y="3205131"/>
            <a:ext cx="3648584" cy="447737"/>
          </a:xfrm>
          <a:prstGeom prst="rect">
            <a:avLst/>
          </a:prstGeom>
        </p:spPr>
      </p:pic>
      <p:sp>
        <p:nvSpPr>
          <p:cNvPr id="2" name="Marcador de número de diapositiva 1">
            <a:extLst>
              <a:ext uri="{FF2B5EF4-FFF2-40B4-BE49-F238E27FC236}">
                <a16:creationId xmlns:a16="http://schemas.microsoft.com/office/drawing/2014/main" id="{A81543EB-A57A-48DE-AE75-BBCBBFB3B813}"/>
              </a:ext>
            </a:extLst>
          </p:cNvPr>
          <p:cNvSpPr>
            <a:spLocks noGrp="1"/>
          </p:cNvSpPr>
          <p:nvPr>
            <p:ph type="sldNum" sz="quarter" idx="4"/>
          </p:nvPr>
        </p:nvSpPr>
        <p:spPr/>
        <p:txBody>
          <a:bodyPr/>
          <a:lstStyle/>
          <a:p>
            <a:pPr rtl="0"/>
            <a:fld id="{B5CEABB6-07DC-46E8-9B57-56EC44A396E5}" type="slidenum">
              <a:rPr lang="es-ES" smtClean="0"/>
              <a:pPr rtl="0"/>
              <a:t>37</a:t>
            </a:fld>
            <a:endParaRPr lang="es-ES" dirty="0"/>
          </a:p>
        </p:txBody>
      </p:sp>
      <p:sp>
        <p:nvSpPr>
          <p:cNvPr id="13" name="Título 4">
            <a:extLst>
              <a:ext uri="{FF2B5EF4-FFF2-40B4-BE49-F238E27FC236}">
                <a16:creationId xmlns:a16="http://schemas.microsoft.com/office/drawing/2014/main" id="{4F158EBB-A5E1-411C-9F8E-8526045D4894}"/>
              </a:ext>
            </a:extLst>
          </p:cNvPr>
          <p:cNvSpPr>
            <a:spLocks noGrp="1"/>
          </p:cNvSpPr>
          <p:nvPr>
            <p:ph type="title"/>
          </p:nvPr>
        </p:nvSpPr>
        <p:spPr>
          <a:xfrm>
            <a:off x="891990" y="434225"/>
            <a:ext cx="9524998" cy="1499627"/>
          </a:xfrm>
        </p:spPr>
        <p:txBody>
          <a:bodyPr/>
          <a:lstStyle/>
          <a:p>
            <a:r>
              <a:rPr lang="es-ES" dirty="0"/>
              <a:t>Bloques de Cadena</a:t>
            </a:r>
            <a:endParaRPr lang="es-MX" dirty="0"/>
          </a:p>
        </p:txBody>
      </p:sp>
      <p:pic>
        <p:nvPicPr>
          <p:cNvPr id="7" name="Imagen 6">
            <a:extLst>
              <a:ext uri="{FF2B5EF4-FFF2-40B4-BE49-F238E27FC236}">
                <a16:creationId xmlns:a16="http://schemas.microsoft.com/office/drawing/2014/main" id="{62732CF7-D10E-4177-9FAD-EC425D5294F1}"/>
              </a:ext>
            </a:extLst>
          </p:cNvPr>
          <p:cNvPicPr>
            <a:picLocks noChangeAspect="1"/>
          </p:cNvPicPr>
          <p:nvPr/>
        </p:nvPicPr>
        <p:blipFill>
          <a:blip r:embed="rId3"/>
          <a:stretch>
            <a:fillRect/>
          </a:stretch>
        </p:blipFill>
        <p:spPr>
          <a:xfrm>
            <a:off x="-7543" y="-25563"/>
            <a:ext cx="888053" cy="900000"/>
          </a:xfrm>
          <a:prstGeom prst="rect">
            <a:avLst/>
          </a:prstGeom>
        </p:spPr>
      </p:pic>
    </p:spTree>
    <p:extLst>
      <p:ext uri="{BB962C8B-B14F-4D97-AF65-F5344CB8AC3E}">
        <p14:creationId xmlns:p14="http://schemas.microsoft.com/office/powerpoint/2010/main" val="330675234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4">
            <a:extLst>
              <a:ext uri="{FF2B5EF4-FFF2-40B4-BE49-F238E27FC236}">
                <a16:creationId xmlns:a16="http://schemas.microsoft.com/office/drawing/2014/main" id="{44502753-8D89-46E8-84C8-0FD500EECD4D}"/>
              </a:ext>
            </a:extLst>
          </p:cNvPr>
          <p:cNvSpPr>
            <a:spLocks noGrp="1"/>
          </p:cNvSpPr>
          <p:nvPr>
            <p:ph type="title"/>
          </p:nvPr>
        </p:nvSpPr>
        <p:spPr/>
        <p:txBody>
          <a:bodyPr/>
          <a:lstStyle/>
          <a:p>
            <a:r>
              <a:rPr lang="es-ES" dirty="0"/>
              <a:t>Bloques de Personalización</a:t>
            </a:r>
            <a:endParaRPr lang="es-MX" dirty="0"/>
          </a:p>
        </p:txBody>
      </p:sp>
      <p:sp>
        <p:nvSpPr>
          <p:cNvPr id="6" name="Marcador de contenido 5">
            <a:extLst>
              <a:ext uri="{FF2B5EF4-FFF2-40B4-BE49-F238E27FC236}">
                <a16:creationId xmlns:a16="http://schemas.microsoft.com/office/drawing/2014/main" id="{00653504-9548-4389-9CD8-2E4D3C63105D}"/>
              </a:ext>
            </a:extLst>
          </p:cNvPr>
          <p:cNvSpPr>
            <a:spLocks noGrp="1"/>
          </p:cNvSpPr>
          <p:nvPr>
            <p:ph sz="quarter" idx="10"/>
          </p:nvPr>
        </p:nvSpPr>
        <p:spPr/>
        <p:txBody>
          <a:bodyPr>
            <a:normAutofit/>
          </a:bodyPr>
          <a:lstStyle/>
          <a:p>
            <a:r>
              <a:rPr lang="es-ES" sz="2800" i="0" dirty="0">
                <a:solidFill>
                  <a:srgbClr val="111111"/>
                </a:solidFill>
                <a:effectLst/>
                <a:latin typeface="Roboto" panose="02000000000000000000" pitchFamily="2" charset="0"/>
              </a:rPr>
              <a:t>Los bloques de personalización nos permiten crear variables, arreglos, funciones y subrutinas.</a:t>
            </a:r>
          </a:p>
          <a:p>
            <a:pPr marL="457200" indent="-457200">
              <a:buFont typeface="Arial" panose="020B0604020202020204" pitchFamily="34" charset="0"/>
              <a:buChar char="•"/>
            </a:pPr>
            <a:r>
              <a:rPr lang="es-ES" sz="2800" b="1" i="0" dirty="0">
                <a:solidFill>
                  <a:srgbClr val="111111"/>
                </a:solidFill>
                <a:effectLst/>
                <a:latin typeface="Roboto" panose="02000000000000000000" pitchFamily="2" charset="0"/>
              </a:rPr>
              <a:t>Llamar variable global</a:t>
            </a:r>
            <a:r>
              <a:rPr lang="es-MX" sz="2800" b="1" i="0" dirty="0">
                <a:solidFill>
                  <a:srgbClr val="111111"/>
                </a:solidFill>
                <a:effectLst/>
                <a:latin typeface="Roboto" panose="02000000000000000000" pitchFamily="2" charset="0"/>
              </a:rPr>
              <a:t>: </a:t>
            </a:r>
            <a:r>
              <a:rPr lang="es-ES" sz="2400" dirty="0"/>
              <a:t>Accede a las variables globales que están definidas en el programa para usarlas.</a:t>
            </a:r>
          </a:p>
          <a:p>
            <a:pPr marL="457200" indent="-457200">
              <a:buFont typeface="Arial" panose="020B0604020202020204" pitchFamily="34" charset="0"/>
              <a:buChar char="•"/>
            </a:pPr>
            <a:r>
              <a:rPr lang="en-US" sz="2400" b="1" i="0" u="none" strike="noStrike" baseline="0" dirty="0" err="1">
                <a:latin typeface="Roboto" panose="02000000000000000000" pitchFamily="2" charset="0"/>
                <a:ea typeface="Roboto" panose="02000000000000000000" pitchFamily="2" charset="0"/>
              </a:rPr>
              <a:t>Establecer</a:t>
            </a:r>
            <a:r>
              <a:rPr lang="en-US" sz="2400" b="1" i="0" u="none" strike="noStrike" baseline="0" dirty="0">
                <a:latin typeface="Roboto" panose="02000000000000000000" pitchFamily="2" charset="0"/>
                <a:ea typeface="Roboto" panose="02000000000000000000" pitchFamily="2" charset="0"/>
              </a:rPr>
              <a:t> variables </a:t>
            </a:r>
            <a:r>
              <a:rPr lang="en-US" sz="2400" b="1" i="0" u="none" strike="noStrike" baseline="0" dirty="0" err="1">
                <a:latin typeface="Roboto" panose="02000000000000000000" pitchFamily="2" charset="0"/>
                <a:ea typeface="Roboto" panose="02000000000000000000" pitchFamily="2" charset="0"/>
              </a:rPr>
              <a:t>globales</a:t>
            </a:r>
            <a:r>
              <a:rPr lang="es-MX" sz="2800" b="1" i="0" dirty="0">
                <a:solidFill>
                  <a:srgbClr val="111111"/>
                </a:solidFill>
                <a:effectLst/>
                <a:latin typeface="Roboto" panose="02000000000000000000" pitchFamily="2" charset="0"/>
              </a:rPr>
              <a:t>: </a:t>
            </a:r>
            <a:r>
              <a:rPr lang="es-ES" sz="2400" dirty="0"/>
              <a:t>Asigna un valor a una variable global específica. </a:t>
            </a:r>
            <a:endParaRPr lang="es-ES" sz="2800" b="0" i="0" dirty="0">
              <a:solidFill>
                <a:srgbClr val="111111"/>
              </a:solidFill>
              <a:effectLst/>
              <a:latin typeface="Roboto" panose="02000000000000000000" pitchFamily="2" charset="0"/>
            </a:endParaRPr>
          </a:p>
        </p:txBody>
      </p:sp>
      <p:pic>
        <p:nvPicPr>
          <p:cNvPr id="7" name="Marcador de contenido 6">
            <a:extLst>
              <a:ext uri="{FF2B5EF4-FFF2-40B4-BE49-F238E27FC236}">
                <a16:creationId xmlns:a16="http://schemas.microsoft.com/office/drawing/2014/main" id="{41768A0F-DB90-4D67-AF3B-AF62A7FF02AA}"/>
              </a:ext>
            </a:extLst>
          </p:cNvPr>
          <p:cNvPicPr>
            <a:picLocks noGrp="1" noChangeAspect="1"/>
          </p:cNvPicPr>
          <p:nvPr>
            <p:ph sz="quarter" idx="11"/>
          </p:nvPr>
        </p:nvPicPr>
        <p:blipFill>
          <a:blip r:embed="rId2"/>
          <a:stretch>
            <a:fillRect/>
          </a:stretch>
        </p:blipFill>
        <p:spPr>
          <a:xfrm>
            <a:off x="8111544" y="3586513"/>
            <a:ext cx="2199668" cy="503539"/>
          </a:xfrm>
        </p:spPr>
      </p:pic>
      <p:pic>
        <p:nvPicPr>
          <p:cNvPr id="9" name="Imagen 8">
            <a:extLst>
              <a:ext uri="{FF2B5EF4-FFF2-40B4-BE49-F238E27FC236}">
                <a16:creationId xmlns:a16="http://schemas.microsoft.com/office/drawing/2014/main" id="{2221CE66-F038-4072-8383-DA730297D4DD}"/>
              </a:ext>
            </a:extLst>
          </p:cNvPr>
          <p:cNvPicPr>
            <a:picLocks noChangeAspect="1"/>
          </p:cNvPicPr>
          <p:nvPr/>
        </p:nvPicPr>
        <p:blipFill>
          <a:blip r:embed="rId3"/>
          <a:stretch>
            <a:fillRect/>
          </a:stretch>
        </p:blipFill>
        <p:spPr>
          <a:xfrm>
            <a:off x="8179445" y="4924149"/>
            <a:ext cx="2093661" cy="556543"/>
          </a:xfrm>
          <a:prstGeom prst="rect">
            <a:avLst/>
          </a:prstGeom>
        </p:spPr>
      </p:pic>
      <p:sp>
        <p:nvSpPr>
          <p:cNvPr id="2" name="Marcador de número de diapositiva 1">
            <a:extLst>
              <a:ext uri="{FF2B5EF4-FFF2-40B4-BE49-F238E27FC236}">
                <a16:creationId xmlns:a16="http://schemas.microsoft.com/office/drawing/2014/main" id="{270DF663-2B97-4A80-A587-FB43BFF1C066}"/>
              </a:ext>
            </a:extLst>
          </p:cNvPr>
          <p:cNvSpPr>
            <a:spLocks noGrp="1"/>
          </p:cNvSpPr>
          <p:nvPr>
            <p:ph type="sldNum" sz="quarter" idx="4"/>
          </p:nvPr>
        </p:nvSpPr>
        <p:spPr/>
        <p:txBody>
          <a:bodyPr/>
          <a:lstStyle/>
          <a:p>
            <a:pPr rtl="0"/>
            <a:fld id="{B5CEABB6-07DC-46E8-9B57-56EC44A396E5}" type="slidenum">
              <a:rPr lang="es-ES" smtClean="0"/>
              <a:pPr rtl="0"/>
              <a:t>38</a:t>
            </a:fld>
            <a:endParaRPr lang="es-ES" dirty="0"/>
          </a:p>
        </p:txBody>
      </p:sp>
      <p:pic>
        <p:nvPicPr>
          <p:cNvPr id="8" name="Imagen 7">
            <a:extLst>
              <a:ext uri="{FF2B5EF4-FFF2-40B4-BE49-F238E27FC236}">
                <a16:creationId xmlns:a16="http://schemas.microsoft.com/office/drawing/2014/main" id="{C040583F-7F3F-4CD6-8C75-AD1C7553EC29}"/>
              </a:ext>
            </a:extLst>
          </p:cNvPr>
          <p:cNvPicPr>
            <a:picLocks noChangeAspect="1"/>
          </p:cNvPicPr>
          <p:nvPr/>
        </p:nvPicPr>
        <p:blipFill>
          <a:blip r:embed="rId4"/>
          <a:stretch>
            <a:fillRect/>
          </a:stretch>
        </p:blipFill>
        <p:spPr>
          <a:xfrm>
            <a:off x="-7543" y="-25563"/>
            <a:ext cx="888053" cy="900000"/>
          </a:xfrm>
          <a:prstGeom prst="rect">
            <a:avLst/>
          </a:prstGeom>
        </p:spPr>
      </p:pic>
    </p:spTree>
    <p:extLst>
      <p:ext uri="{BB962C8B-B14F-4D97-AF65-F5344CB8AC3E}">
        <p14:creationId xmlns:p14="http://schemas.microsoft.com/office/powerpoint/2010/main" val="82959104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4">
            <a:extLst>
              <a:ext uri="{FF2B5EF4-FFF2-40B4-BE49-F238E27FC236}">
                <a16:creationId xmlns:a16="http://schemas.microsoft.com/office/drawing/2014/main" id="{44502753-8D89-46E8-84C8-0FD500EECD4D}"/>
              </a:ext>
            </a:extLst>
          </p:cNvPr>
          <p:cNvSpPr>
            <a:spLocks noGrp="1"/>
          </p:cNvSpPr>
          <p:nvPr>
            <p:ph type="title"/>
          </p:nvPr>
        </p:nvSpPr>
        <p:spPr/>
        <p:txBody>
          <a:bodyPr/>
          <a:lstStyle/>
          <a:p>
            <a:r>
              <a:rPr lang="es-ES" dirty="0"/>
              <a:t>Bloques de Personalización</a:t>
            </a:r>
            <a:endParaRPr lang="es-MX" dirty="0"/>
          </a:p>
        </p:txBody>
      </p:sp>
      <p:sp>
        <p:nvSpPr>
          <p:cNvPr id="6" name="Marcador de contenido 5">
            <a:extLst>
              <a:ext uri="{FF2B5EF4-FFF2-40B4-BE49-F238E27FC236}">
                <a16:creationId xmlns:a16="http://schemas.microsoft.com/office/drawing/2014/main" id="{00653504-9548-4389-9CD8-2E4D3C63105D}"/>
              </a:ext>
            </a:extLst>
          </p:cNvPr>
          <p:cNvSpPr>
            <a:spLocks noGrp="1"/>
          </p:cNvSpPr>
          <p:nvPr>
            <p:ph sz="quarter" idx="10"/>
          </p:nvPr>
        </p:nvSpPr>
        <p:spPr/>
        <p:txBody>
          <a:bodyPr>
            <a:normAutofit/>
          </a:bodyPr>
          <a:lstStyle/>
          <a:p>
            <a:pPr marL="457200" indent="-457200">
              <a:buFont typeface="Arial" panose="020B0604020202020204" pitchFamily="34" charset="0"/>
              <a:buChar char="•"/>
            </a:pPr>
            <a:r>
              <a:rPr lang="es-MX" sz="2800" b="1" dirty="0"/>
              <a:t>Crear variables: </a:t>
            </a:r>
            <a:r>
              <a:rPr lang="es-ES" sz="2400" dirty="0"/>
              <a:t>Haz clic para crear una nueva variable donde guardarás información.</a:t>
            </a:r>
          </a:p>
          <a:p>
            <a:pPr marL="457200" indent="-457200">
              <a:buFont typeface="Arial" panose="020B0604020202020204" pitchFamily="34" charset="0"/>
              <a:buChar char="•"/>
            </a:pPr>
            <a:r>
              <a:rPr lang="es-MX" sz="2800" b="1" dirty="0"/>
              <a:t>Variable numérica personalizada : </a:t>
            </a:r>
            <a:r>
              <a:rPr lang="es-ES" sz="2400" dirty="0"/>
              <a:t>Se recomienda usar esta variable numérica personalizada que acabas de crear (su valor inicial es vacío o nulo) después de asignarle un valor.</a:t>
            </a:r>
            <a:endParaRPr lang="es-MX" sz="2800" dirty="0"/>
          </a:p>
        </p:txBody>
      </p:sp>
      <p:pic>
        <p:nvPicPr>
          <p:cNvPr id="12" name="Imagen 11">
            <a:extLst>
              <a:ext uri="{FF2B5EF4-FFF2-40B4-BE49-F238E27FC236}">
                <a16:creationId xmlns:a16="http://schemas.microsoft.com/office/drawing/2014/main" id="{9C9C78F9-8D0B-4C2C-A582-4C83E8D2AD25}"/>
              </a:ext>
            </a:extLst>
          </p:cNvPr>
          <p:cNvPicPr>
            <a:picLocks noChangeAspect="1"/>
          </p:cNvPicPr>
          <p:nvPr/>
        </p:nvPicPr>
        <p:blipFill>
          <a:blip r:embed="rId2"/>
          <a:stretch>
            <a:fillRect/>
          </a:stretch>
        </p:blipFill>
        <p:spPr>
          <a:xfrm>
            <a:off x="8188215" y="2022250"/>
            <a:ext cx="2228773" cy="506540"/>
          </a:xfrm>
          <a:prstGeom prst="rect">
            <a:avLst/>
          </a:prstGeom>
        </p:spPr>
      </p:pic>
      <p:pic>
        <p:nvPicPr>
          <p:cNvPr id="16" name="Imagen 15">
            <a:extLst>
              <a:ext uri="{FF2B5EF4-FFF2-40B4-BE49-F238E27FC236}">
                <a16:creationId xmlns:a16="http://schemas.microsoft.com/office/drawing/2014/main" id="{A213A992-6B6D-440E-8C52-3B014A0529BC}"/>
              </a:ext>
            </a:extLst>
          </p:cNvPr>
          <p:cNvPicPr>
            <a:picLocks noChangeAspect="1"/>
          </p:cNvPicPr>
          <p:nvPr/>
        </p:nvPicPr>
        <p:blipFill>
          <a:blip r:embed="rId3"/>
          <a:stretch>
            <a:fillRect/>
          </a:stretch>
        </p:blipFill>
        <p:spPr>
          <a:xfrm>
            <a:off x="8188215" y="4038602"/>
            <a:ext cx="2286663" cy="506540"/>
          </a:xfrm>
          <a:prstGeom prst="rect">
            <a:avLst/>
          </a:prstGeom>
        </p:spPr>
      </p:pic>
      <p:sp>
        <p:nvSpPr>
          <p:cNvPr id="2" name="Marcador de número de diapositiva 1">
            <a:extLst>
              <a:ext uri="{FF2B5EF4-FFF2-40B4-BE49-F238E27FC236}">
                <a16:creationId xmlns:a16="http://schemas.microsoft.com/office/drawing/2014/main" id="{270DF663-2B97-4A80-A587-FB43BFF1C066}"/>
              </a:ext>
            </a:extLst>
          </p:cNvPr>
          <p:cNvSpPr>
            <a:spLocks noGrp="1"/>
          </p:cNvSpPr>
          <p:nvPr>
            <p:ph type="sldNum" sz="quarter" idx="4"/>
          </p:nvPr>
        </p:nvSpPr>
        <p:spPr/>
        <p:txBody>
          <a:bodyPr/>
          <a:lstStyle/>
          <a:p>
            <a:pPr rtl="0"/>
            <a:fld id="{B5CEABB6-07DC-46E8-9B57-56EC44A396E5}" type="slidenum">
              <a:rPr lang="es-ES" smtClean="0"/>
              <a:pPr rtl="0"/>
              <a:t>39</a:t>
            </a:fld>
            <a:endParaRPr lang="es-ES" dirty="0"/>
          </a:p>
        </p:txBody>
      </p:sp>
      <p:pic>
        <p:nvPicPr>
          <p:cNvPr id="7" name="Imagen 6">
            <a:extLst>
              <a:ext uri="{FF2B5EF4-FFF2-40B4-BE49-F238E27FC236}">
                <a16:creationId xmlns:a16="http://schemas.microsoft.com/office/drawing/2014/main" id="{F0A99F54-B926-45F4-A7D7-D8D4AE2A8874}"/>
              </a:ext>
            </a:extLst>
          </p:cNvPr>
          <p:cNvPicPr>
            <a:picLocks noChangeAspect="1"/>
          </p:cNvPicPr>
          <p:nvPr/>
        </p:nvPicPr>
        <p:blipFill>
          <a:blip r:embed="rId4"/>
          <a:stretch>
            <a:fillRect/>
          </a:stretch>
        </p:blipFill>
        <p:spPr>
          <a:xfrm>
            <a:off x="-7543" y="-25563"/>
            <a:ext cx="888053" cy="900000"/>
          </a:xfrm>
          <a:prstGeom prst="rect">
            <a:avLst/>
          </a:prstGeom>
        </p:spPr>
      </p:pic>
    </p:spTree>
    <p:extLst>
      <p:ext uri="{BB962C8B-B14F-4D97-AF65-F5344CB8AC3E}">
        <p14:creationId xmlns:p14="http://schemas.microsoft.com/office/powerpoint/2010/main" val="210218491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Marcador de contenido 5">
            <a:extLst>
              <a:ext uri="{FF2B5EF4-FFF2-40B4-BE49-F238E27FC236}">
                <a16:creationId xmlns:a16="http://schemas.microsoft.com/office/drawing/2014/main" id="{34E24264-76B7-4CEE-89C8-7ED41180125D}"/>
              </a:ext>
            </a:extLst>
          </p:cNvPr>
          <p:cNvSpPr>
            <a:spLocks noGrp="1"/>
          </p:cNvSpPr>
          <p:nvPr>
            <p:ph sz="quarter" idx="10"/>
          </p:nvPr>
        </p:nvSpPr>
        <p:spPr>
          <a:xfrm>
            <a:off x="891990" y="2759242"/>
            <a:ext cx="5755341" cy="6196404"/>
          </a:xfrm>
        </p:spPr>
        <p:txBody>
          <a:bodyPr>
            <a:normAutofit/>
          </a:bodyPr>
          <a:lstStyle/>
          <a:p>
            <a:r>
              <a:rPr lang="es-ES" sz="2400" b="1" dirty="0"/>
              <a:t>Asignar valor a variable numérica personalizada:</a:t>
            </a:r>
            <a:r>
              <a:rPr lang="es-ES" sz="2400" dirty="0"/>
              <a:t> </a:t>
            </a:r>
            <a:r>
              <a:rPr lang="es-ES" sz="2000" dirty="0"/>
              <a:t>Poner un número específico dentro de una variable para usarla después.</a:t>
            </a:r>
          </a:p>
          <a:p>
            <a:r>
              <a:rPr lang="es-ES" sz="2400" b="1" dirty="0"/>
              <a:t>Incrementar valor de variable numérica:</a:t>
            </a:r>
            <a:r>
              <a:rPr lang="es-ES" sz="2400" dirty="0"/>
              <a:t> </a:t>
            </a:r>
            <a:r>
              <a:rPr lang="es-ES" sz="2000" dirty="0"/>
              <a:t>Sumar un número a la variable que ya tiene un valor.</a:t>
            </a:r>
            <a:endParaRPr lang="es-ES" sz="2400" dirty="0"/>
          </a:p>
        </p:txBody>
      </p:sp>
      <p:pic>
        <p:nvPicPr>
          <p:cNvPr id="5" name="Marcador de contenido 4">
            <a:extLst>
              <a:ext uri="{FF2B5EF4-FFF2-40B4-BE49-F238E27FC236}">
                <a16:creationId xmlns:a16="http://schemas.microsoft.com/office/drawing/2014/main" id="{72E3F8CB-0564-4726-94B4-3FD616A005C9}"/>
              </a:ext>
            </a:extLst>
          </p:cNvPr>
          <p:cNvPicPr>
            <a:picLocks noGrp="1" noChangeAspect="1"/>
          </p:cNvPicPr>
          <p:nvPr>
            <p:ph sz="quarter" idx="11"/>
          </p:nvPr>
        </p:nvPicPr>
        <p:blipFill>
          <a:blip r:embed="rId2"/>
          <a:stretch>
            <a:fillRect/>
          </a:stretch>
        </p:blipFill>
        <p:spPr>
          <a:xfrm>
            <a:off x="8278380" y="3199338"/>
            <a:ext cx="1534812" cy="459324"/>
          </a:xfrm>
        </p:spPr>
      </p:pic>
      <p:pic>
        <p:nvPicPr>
          <p:cNvPr id="8" name="Imagen 7">
            <a:extLst>
              <a:ext uri="{FF2B5EF4-FFF2-40B4-BE49-F238E27FC236}">
                <a16:creationId xmlns:a16="http://schemas.microsoft.com/office/drawing/2014/main" id="{14637C45-A3A5-4333-A52B-C3C0DBF1EB03}"/>
              </a:ext>
            </a:extLst>
          </p:cNvPr>
          <p:cNvPicPr>
            <a:picLocks noChangeAspect="1"/>
          </p:cNvPicPr>
          <p:nvPr/>
        </p:nvPicPr>
        <p:blipFill>
          <a:blip r:embed="rId3"/>
          <a:stretch>
            <a:fillRect/>
          </a:stretch>
        </p:blipFill>
        <p:spPr>
          <a:xfrm>
            <a:off x="8177553" y="4139796"/>
            <a:ext cx="1736465" cy="548947"/>
          </a:xfrm>
          <a:prstGeom prst="rect">
            <a:avLst/>
          </a:prstGeom>
        </p:spPr>
      </p:pic>
      <p:sp>
        <p:nvSpPr>
          <p:cNvPr id="2" name="Marcador de número de diapositiva 1">
            <a:extLst>
              <a:ext uri="{FF2B5EF4-FFF2-40B4-BE49-F238E27FC236}">
                <a16:creationId xmlns:a16="http://schemas.microsoft.com/office/drawing/2014/main" id="{1D492EC0-50CB-4414-A1BB-8D91E76F3556}"/>
              </a:ext>
            </a:extLst>
          </p:cNvPr>
          <p:cNvSpPr>
            <a:spLocks noGrp="1"/>
          </p:cNvSpPr>
          <p:nvPr>
            <p:ph type="sldNum" sz="quarter" idx="4"/>
          </p:nvPr>
        </p:nvSpPr>
        <p:spPr/>
        <p:txBody>
          <a:bodyPr/>
          <a:lstStyle/>
          <a:p>
            <a:pPr rtl="0"/>
            <a:fld id="{B5CEABB6-07DC-46E8-9B57-56EC44A396E5}" type="slidenum">
              <a:rPr lang="es-ES" smtClean="0"/>
              <a:pPr rtl="0"/>
              <a:t>40</a:t>
            </a:fld>
            <a:endParaRPr lang="es-ES" dirty="0"/>
          </a:p>
        </p:txBody>
      </p:sp>
      <p:sp>
        <p:nvSpPr>
          <p:cNvPr id="11" name="Título 4">
            <a:extLst>
              <a:ext uri="{FF2B5EF4-FFF2-40B4-BE49-F238E27FC236}">
                <a16:creationId xmlns:a16="http://schemas.microsoft.com/office/drawing/2014/main" id="{C0CA1F68-3356-4EAB-A7B9-1A92030B9683}"/>
              </a:ext>
            </a:extLst>
          </p:cNvPr>
          <p:cNvSpPr>
            <a:spLocks noGrp="1"/>
          </p:cNvSpPr>
          <p:nvPr>
            <p:ph type="title"/>
          </p:nvPr>
        </p:nvSpPr>
        <p:spPr>
          <a:xfrm>
            <a:off x="891990" y="434225"/>
            <a:ext cx="9524998" cy="1499627"/>
          </a:xfrm>
        </p:spPr>
        <p:txBody>
          <a:bodyPr/>
          <a:lstStyle/>
          <a:p>
            <a:r>
              <a:rPr lang="es-ES" dirty="0"/>
              <a:t>Bloques de Personalización</a:t>
            </a:r>
            <a:endParaRPr lang="es-MX" dirty="0"/>
          </a:p>
        </p:txBody>
      </p:sp>
      <p:pic>
        <p:nvPicPr>
          <p:cNvPr id="7" name="Imagen 6">
            <a:extLst>
              <a:ext uri="{FF2B5EF4-FFF2-40B4-BE49-F238E27FC236}">
                <a16:creationId xmlns:a16="http://schemas.microsoft.com/office/drawing/2014/main" id="{0F25DEDF-6F78-4C6A-A5F6-43E6B2E21BDC}"/>
              </a:ext>
            </a:extLst>
          </p:cNvPr>
          <p:cNvPicPr>
            <a:picLocks noChangeAspect="1"/>
          </p:cNvPicPr>
          <p:nvPr/>
        </p:nvPicPr>
        <p:blipFill>
          <a:blip r:embed="rId4"/>
          <a:stretch>
            <a:fillRect/>
          </a:stretch>
        </p:blipFill>
        <p:spPr>
          <a:xfrm>
            <a:off x="-7543" y="-25563"/>
            <a:ext cx="888053" cy="900000"/>
          </a:xfrm>
          <a:prstGeom prst="rect">
            <a:avLst/>
          </a:prstGeom>
        </p:spPr>
      </p:pic>
    </p:spTree>
    <p:extLst>
      <p:ext uri="{BB962C8B-B14F-4D97-AF65-F5344CB8AC3E}">
        <p14:creationId xmlns:p14="http://schemas.microsoft.com/office/powerpoint/2010/main" val="400892123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Marcador de contenido 5">
            <a:extLst>
              <a:ext uri="{FF2B5EF4-FFF2-40B4-BE49-F238E27FC236}">
                <a16:creationId xmlns:a16="http://schemas.microsoft.com/office/drawing/2014/main" id="{34E24264-76B7-4CEE-89C8-7ED41180125D}"/>
              </a:ext>
            </a:extLst>
          </p:cNvPr>
          <p:cNvSpPr>
            <a:spLocks noGrp="1"/>
          </p:cNvSpPr>
          <p:nvPr>
            <p:ph sz="quarter" idx="10"/>
          </p:nvPr>
        </p:nvSpPr>
        <p:spPr>
          <a:xfrm>
            <a:off x="932105" y="1825947"/>
            <a:ext cx="5755341" cy="6196404"/>
          </a:xfrm>
        </p:spPr>
        <p:txBody>
          <a:bodyPr>
            <a:normAutofit/>
          </a:bodyPr>
          <a:lstStyle/>
          <a:p>
            <a:r>
              <a:rPr lang="es-ES" sz="2400" b="1" dirty="0"/>
              <a:t>Variable de texto personalizada:</a:t>
            </a:r>
            <a:r>
              <a:rPr lang="es-ES" sz="2400" dirty="0"/>
              <a:t> </a:t>
            </a:r>
            <a:r>
              <a:rPr lang="es-ES" sz="2000" dirty="0"/>
              <a:t>Es una variable para guardar texto. Se recomienda usar la que acabas de crear (su valor inicial está vacío). También puedes cambiarle el nombre o eliminarla desde la lista de variables.</a:t>
            </a:r>
          </a:p>
          <a:p>
            <a:r>
              <a:rPr lang="es-ES" sz="2400" b="1" dirty="0"/>
              <a:t>Asignar valor a variable de texto personalizada:</a:t>
            </a:r>
            <a:r>
              <a:rPr lang="es-ES" sz="2400" dirty="0"/>
              <a:t> </a:t>
            </a:r>
            <a:r>
              <a:rPr lang="es-ES" sz="2000" dirty="0"/>
              <a:t>Poner un texto específico dentro de la variable para usarla después</a:t>
            </a:r>
            <a:r>
              <a:rPr lang="es-ES" sz="2400" dirty="0"/>
              <a:t>.</a:t>
            </a:r>
          </a:p>
        </p:txBody>
      </p:sp>
      <p:pic>
        <p:nvPicPr>
          <p:cNvPr id="10" name="Imagen 9">
            <a:extLst>
              <a:ext uri="{FF2B5EF4-FFF2-40B4-BE49-F238E27FC236}">
                <a16:creationId xmlns:a16="http://schemas.microsoft.com/office/drawing/2014/main" id="{4EDD9E5C-CFBF-4AE7-AABC-7FD067EE1B3B}"/>
              </a:ext>
            </a:extLst>
          </p:cNvPr>
          <p:cNvPicPr>
            <a:picLocks noChangeAspect="1"/>
          </p:cNvPicPr>
          <p:nvPr/>
        </p:nvPicPr>
        <p:blipFill>
          <a:blip r:embed="rId2"/>
          <a:stretch>
            <a:fillRect/>
          </a:stretch>
        </p:blipFill>
        <p:spPr>
          <a:xfrm>
            <a:off x="8362214" y="2552854"/>
            <a:ext cx="1718168" cy="435426"/>
          </a:xfrm>
          <a:prstGeom prst="rect">
            <a:avLst/>
          </a:prstGeom>
        </p:spPr>
      </p:pic>
      <p:pic>
        <p:nvPicPr>
          <p:cNvPr id="13" name="Imagen 12">
            <a:extLst>
              <a:ext uri="{FF2B5EF4-FFF2-40B4-BE49-F238E27FC236}">
                <a16:creationId xmlns:a16="http://schemas.microsoft.com/office/drawing/2014/main" id="{6C740857-3CF3-4E12-8898-39DCDC2AF36E}"/>
              </a:ext>
            </a:extLst>
          </p:cNvPr>
          <p:cNvPicPr>
            <a:picLocks noChangeAspect="1"/>
          </p:cNvPicPr>
          <p:nvPr/>
        </p:nvPicPr>
        <p:blipFill>
          <a:blip r:embed="rId3"/>
          <a:stretch>
            <a:fillRect/>
          </a:stretch>
        </p:blipFill>
        <p:spPr>
          <a:xfrm>
            <a:off x="8568551" y="3630786"/>
            <a:ext cx="1482803" cy="529573"/>
          </a:xfrm>
          <a:prstGeom prst="rect">
            <a:avLst/>
          </a:prstGeom>
        </p:spPr>
      </p:pic>
      <p:sp>
        <p:nvSpPr>
          <p:cNvPr id="2" name="Marcador de número de diapositiva 1">
            <a:extLst>
              <a:ext uri="{FF2B5EF4-FFF2-40B4-BE49-F238E27FC236}">
                <a16:creationId xmlns:a16="http://schemas.microsoft.com/office/drawing/2014/main" id="{1D492EC0-50CB-4414-A1BB-8D91E76F3556}"/>
              </a:ext>
            </a:extLst>
          </p:cNvPr>
          <p:cNvSpPr>
            <a:spLocks noGrp="1"/>
          </p:cNvSpPr>
          <p:nvPr>
            <p:ph type="sldNum" sz="quarter" idx="4"/>
          </p:nvPr>
        </p:nvSpPr>
        <p:spPr/>
        <p:txBody>
          <a:bodyPr/>
          <a:lstStyle/>
          <a:p>
            <a:pPr rtl="0"/>
            <a:fld id="{B5CEABB6-07DC-46E8-9B57-56EC44A396E5}" type="slidenum">
              <a:rPr lang="es-ES" smtClean="0"/>
              <a:pPr rtl="0"/>
              <a:t>41</a:t>
            </a:fld>
            <a:endParaRPr lang="es-ES" dirty="0"/>
          </a:p>
        </p:txBody>
      </p:sp>
      <p:sp>
        <p:nvSpPr>
          <p:cNvPr id="12" name="Título 4">
            <a:extLst>
              <a:ext uri="{FF2B5EF4-FFF2-40B4-BE49-F238E27FC236}">
                <a16:creationId xmlns:a16="http://schemas.microsoft.com/office/drawing/2014/main" id="{780D674A-454B-4B04-B35D-819426E3D396}"/>
              </a:ext>
            </a:extLst>
          </p:cNvPr>
          <p:cNvSpPr>
            <a:spLocks noGrp="1"/>
          </p:cNvSpPr>
          <p:nvPr>
            <p:ph type="title"/>
          </p:nvPr>
        </p:nvSpPr>
        <p:spPr>
          <a:xfrm>
            <a:off x="891990" y="434225"/>
            <a:ext cx="9524998" cy="1499627"/>
          </a:xfrm>
        </p:spPr>
        <p:txBody>
          <a:bodyPr/>
          <a:lstStyle/>
          <a:p>
            <a:r>
              <a:rPr lang="es-ES" dirty="0"/>
              <a:t>Bloques de Personalización</a:t>
            </a:r>
            <a:endParaRPr lang="es-MX" dirty="0"/>
          </a:p>
        </p:txBody>
      </p:sp>
      <p:pic>
        <p:nvPicPr>
          <p:cNvPr id="7" name="Imagen 6">
            <a:extLst>
              <a:ext uri="{FF2B5EF4-FFF2-40B4-BE49-F238E27FC236}">
                <a16:creationId xmlns:a16="http://schemas.microsoft.com/office/drawing/2014/main" id="{1E33CABD-A984-4B14-A0B4-1BC6EC771104}"/>
              </a:ext>
            </a:extLst>
          </p:cNvPr>
          <p:cNvPicPr>
            <a:picLocks noChangeAspect="1"/>
          </p:cNvPicPr>
          <p:nvPr/>
        </p:nvPicPr>
        <p:blipFill>
          <a:blip r:embed="rId4"/>
          <a:stretch>
            <a:fillRect/>
          </a:stretch>
        </p:blipFill>
        <p:spPr>
          <a:xfrm>
            <a:off x="-7543" y="-25563"/>
            <a:ext cx="888053" cy="900000"/>
          </a:xfrm>
          <a:prstGeom prst="rect">
            <a:avLst/>
          </a:prstGeom>
        </p:spPr>
      </p:pic>
    </p:spTree>
    <p:extLst>
      <p:ext uri="{BB962C8B-B14F-4D97-AF65-F5344CB8AC3E}">
        <p14:creationId xmlns:p14="http://schemas.microsoft.com/office/powerpoint/2010/main" val="408126143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Marcador de contenido 5">
            <a:extLst>
              <a:ext uri="{FF2B5EF4-FFF2-40B4-BE49-F238E27FC236}">
                <a16:creationId xmlns:a16="http://schemas.microsoft.com/office/drawing/2014/main" id="{34E24264-76B7-4CEE-89C8-7ED41180125D}"/>
              </a:ext>
            </a:extLst>
          </p:cNvPr>
          <p:cNvSpPr>
            <a:spLocks noGrp="1"/>
          </p:cNvSpPr>
          <p:nvPr>
            <p:ph sz="quarter" idx="10"/>
          </p:nvPr>
        </p:nvSpPr>
        <p:spPr>
          <a:xfrm>
            <a:off x="761355" y="2318118"/>
            <a:ext cx="5755341" cy="6196404"/>
          </a:xfrm>
        </p:spPr>
        <p:txBody>
          <a:bodyPr>
            <a:normAutofit/>
          </a:bodyPr>
          <a:lstStyle/>
          <a:p>
            <a:r>
              <a:rPr lang="es-ES" sz="2400" b="1" dirty="0"/>
              <a:t>Crear arreglo:</a:t>
            </a:r>
            <a:r>
              <a:rPr lang="es-ES" sz="2400" dirty="0"/>
              <a:t> </a:t>
            </a:r>
            <a:r>
              <a:rPr lang="es-ES" sz="2000" dirty="0"/>
              <a:t>Haz clic para crear una lista personalizada donde puedes guardar varios datos.</a:t>
            </a:r>
          </a:p>
          <a:p>
            <a:r>
              <a:rPr lang="es-ES" sz="2400" b="1" dirty="0"/>
              <a:t>Arreglo personalizado:</a:t>
            </a:r>
            <a:r>
              <a:rPr lang="es-ES" sz="2400" dirty="0"/>
              <a:t> </a:t>
            </a:r>
            <a:r>
              <a:rPr lang="es-ES" sz="2000" dirty="0"/>
              <a:t>La lista que acabas de crear está vacía al principio. Se recomienda usarla después de ponerle datos. Para cambiarle el nombre o eliminarla, haz clic derecho en PC o mantén pulsado en Android o iOS sobre el bloque en la lista.</a:t>
            </a:r>
            <a:endParaRPr lang="es-ES" sz="2400" dirty="0"/>
          </a:p>
        </p:txBody>
      </p:sp>
      <p:pic>
        <p:nvPicPr>
          <p:cNvPr id="16" name="Imagen 15">
            <a:extLst>
              <a:ext uri="{FF2B5EF4-FFF2-40B4-BE49-F238E27FC236}">
                <a16:creationId xmlns:a16="http://schemas.microsoft.com/office/drawing/2014/main" id="{75881F0E-48CC-401C-9D08-EEFA39985BEB}"/>
              </a:ext>
            </a:extLst>
          </p:cNvPr>
          <p:cNvPicPr>
            <a:picLocks noChangeAspect="1"/>
          </p:cNvPicPr>
          <p:nvPr/>
        </p:nvPicPr>
        <p:blipFill>
          <a:blip r:embed="rId2"/>
          <a:stretch>
            <a:fillRect/>
          </a:stretch>
        </p:blipFill>
        <p:spPr>
          <a:xfrm>
            <a:off x="7851167" y="2336735"/>
            <a:ext cx="1996943" cy="513500"/>
          </a:xfrm>
          <a:prstGeom prst="rect">
            <a:avLst/>
          </a:prstGeom>
        </p:spPr>
      </p:pic>
      <p:pic>
        <p:nvPicPr>
          <p:cNvPr id="19" name="Imagen 18">
            <a:extLst>
              <a:ext uri="{FF2B5EF4-FFF2-40B4-BE49-F238E27FC236}">
                <a16:creationId xmlns:a16="http://schemas.microsoft.com/office/drawing/2014/main" id="{9D529B49-B8AF-41D6-BCC9-865EF0981074}"/>
              </a:ext>
            </a:extLst>
          </p:cNvPr>
          <p:cNvPicPr>
            <a:picLocks noChangeAspect="1"/>
          </p:cNvPicPr>
          <p:nvPr/>
        </p:nvPicPr>
        <p:blipFill>
          <a:blip r:embed="rId3"/>
          <a:stretch>
            <a:fillRect/>
          </a:stretch>
        </p:blipFill>
        <p:spPr>
          <a:xfrm>
            <a:off x="8300480" y="4007765"/>
            <a:ext cx="1098318" cy="513500"/>
          </a:xfrm>
          <a:prstGeom prst="rect">
            <a:avLst/>
          </a:prstGeom>
        </p:spPr>
      </p:pic>
      <p:sp>
        <p:nvSpPr>
          <p:cNvPr id="2" name="Marcador de número de diapositiva 1">
            <a:extLst>
              <a:ext uri="{FF2B5EF4-FFF2-40B4-BE49-F238E27FC236}">
                <a16:creationId xmlns:a16="http://schemas.microsoft.com/office/drawing/2014/main" id="{1D492EC0-50CB-4414-A1BB-8D91E76F3556}"/>
              </a:ext>
            </a:extLst>
          </p:cNvPr>
          <p:cNvSpPr>
            <a:spLocks noGrp="1"/>
          </p:cNvSpPr>
          <p:nvPr>
            <p:ph type="sldNum" sz="quarter" idx="4"/>
          </p:nvPr>
        </p:nvSpPr>
        <p:spPr/>
        <p:txBody>
          <a:bodyPr/>
          <a:lstStyle/>
          <a:p>
            <a:pPr rtl="0"/>
            <a:fld id="{B5CEABB6-07DC-46E8-9B57-56EC44A396E5}" type="slidenum">
              <a:rPr lang="es-ES" smtClean="0"/>
              <a:pPr rtl="0"/>
              <a:t>42</a:t>
            </a:fld>
            <a:endParaRPr lang="es-ES" dirty="0"/>
          </a:p>
        </p:txBody>
      </p:sp>
      <p:sp>
        <p:nvSpPr>
          <p:cNvPr id="12" name="Título 4">
            <a:extLst>
              <a:ext uri="{FF2B5EF4-FFF2-40B4-BE49-F238E27FC236}">
                <a16:creationId xmlns:a16="http://schemas.microsoft.com/office/drawing/2014/main" id="{6827C379-0E4C-4A65-9EC1-ABC91E868D58}"/>
              </a:ext>
            </a:extLst>
          </p:cNvPr>
          <p:cNvSpPr>
            <a:spLocks noGrp="1"/>
          </p:cNvSpPr>
          <p:nvPr>
            <p:ph type="title"/>
          </p:nvPr>
        </p:nvSpPr>
        <p:spPr>
          <a:xfrm>
            <a:off x="891990" y="434225"/>
            <a:ext cx="9524998" cy="1499627"/>
          </a:xfrm>
        </p:spPr>
        <p:txBody>
          <a:bodyPr/>
          <a:lstStyle/>
          <a:p>
            <a:r>
              <a:rPr lang="es-ES" dirty="0"/>
              <a:t>Bloques de Personalización</a:t>
            </a:r>
            <a:endParaRPr lang="es-MX" dirty="0"/>
          </a:p>
        </p:txBody>
      </p:sp>
      <p:pic>
        <p:nvPicPr>
          <p:cNvPr id="7" name="Imagen 6">
            <a:extLst>
              <a:ext uri="{FF2B5EF4-FFF2-40B4-BE49-F238E27FC236}">
                <a16:creationId xmlns:a16="http://schemas.microsoft.com/office/drawing/2014/main" id="{344C8C8F-F412-4CA4-9F06-8645F0852FD4}"/>
              </a:ext>
            </a:extLst>
          </p:cNvPr>
          <p:cNvPicPr>
            <a:picLocks noChangeAspect="1"/>
          </p:cNvPicPr>
          <p:nvPr/>
        </p:nvPicPr>
        <p:blipFill>
          <a:blip r:embed="rId4"/>
          <a:stretch>
            <a:fillRect/>
          </a:stretch>
        </p:blipFill>
        <p:spPr>
          <a:xfrm>
            <a:off x="-7543" y="-25563"/>
            <a:ext cx="888053" cy="900000"/>
          </a:xfrm>
          <a:prstGeom prst="rect">
            <a:avLst/>
          </a:prstGeom>
        </p:spPr>
      </p:pic>
    </p:spTree>
    <p:extLst>
      <p:ext uri="{BB962C8B-B14F-4D97-AF65-F5344CB8AC3E}">
        <p14:creationId xmlns:p14="http://schemas.microsoft.com/office/powerpoint/2010/main" val="153441220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Marcador de contenido 5">
            <a:extLst>
              <a:ext uri="{FF2B5EF4-FFF2-40B4-BE49-F238E27FC236}">
                <a16:creationId xmlns:a16="http://schemas.microsoft.com/office/drawing/2014/main" id="{34E24264-76B7-4CEE-89C8-7ED41180125D}"/>
              </a:ext>
            </a:extLst>
          </p:cNvPr>
          <p:cNvSpPr>
            <a:spLocks noGrp="1"/>
          </p:cNvSpPr>
          <p:nvPr>
            <p:ph sz="quarter" idx="10"/>
          </p:nvPr>
        </p:nvSpPr>
        <p:spPr>
          <a:xfrm>
            <a:off x="1074820" y="2814729"/>
            <a:ext cx="5755341" cy="6196404"/>
          </a:xfrm>
        </p:spPr>
        <p:txBody>
          <a:bodyPr>
            <a:normAutofit/>
          </a:bodyPr>
          <a:lstStyle/>
          <a:p>
            <a:r>
              <a:rPr lang="es-ES" sz="2400" b="1" dirty="0"/>
              <a:t>Agregar variable al arreglo:</a:t>
            </a:r>
            <a:r>
              <a:rPr lang="es-ES" sz="2400" dirty="0"/>
              <a:t> </a:t>
            </a:r>
            <a:r>
              <a:rPr lang="es-ES" sz="2000" dirty="0"/>
              <a:t>Añade una variable al final de una lista específica.</a:t>
            </a:r>
          </a:p>
          <a:p>
            <a:r>
              <a:rPr lang="es-ES" sz="2400" b="1" dirty="0"/>
              <a:t>Quitar elemento del arreglo:</a:t>
            </a:r>
            <a:r>
              <a:rPr lang="es-ES" sz="2400" dirty="0"/>
              <a:t> </a:t>
            </a:r>
            <a:r>
              <a:rPr lang="es-ES" sz="2000" dirty="0"/>
              <a:t>Elimina un elemento de una lista que hayas seleccionado.</a:t>
            </a:r>
          </a:p>
          <a:p>
            <a:pPr marL="0" indent="0">
              <a:buNone/>
            </a:pPr>
            <a:endParaRPr lang="es-ES" sz="2400" dirty="0"/>
          </a:p>
        </p:txBody>
      </p:sp>
      <p:sp>
        <p:nvSpPr>
          <p:cNvPr id="2" name="Marcador de número de diapositiva 1">
            <a:extLst>
              <a:ext uri="{FF2B5EF4-FFF2-40B4-BE49-F238E27FC236}">
                <a16:creationId xmlns:a16="http://schemas.microsoft.com/office/drawing/2014/main" id="{32A06156-27E5-4F44-B1BA-C2B82B55DA85}"/>
              </a:ext>
            </a:extLst>
          </p:cNvPr>
          <p:cNvSpPr>
            <a:spLocks noGrp="1"/>
          </p:cNvSpPr>
          <p:nvPr>
            <p:ph type="sldNum" sz="quarter" idx="4"/>
          </p:nvPr>
        </p:nvSpPr>
        <p:spPr/>
        <p:txBody>
          <a:bodyPr/>
          <a:lstStyle/>
          <a:p>
            <a:pPr rtl="0"/>
            <a:fld id="{B5CEABB6-07DC-46E8-9B57-56EC44A396E5}" type="slidenum">
              <a:rPr lang="es-ES" smtClean="0"/>
              <a:pPr rtl="0"/>
              <a:t>43</a:t>
            </a:fld>
            <a:endParaRPr lang="es-ES" dirty="0"/>
          </a:p>
        </p:txBody>
      </p:sp>
      <p:pic>
        <p:nvPicPr>
          <p:cNvPr id="13" name="Marcador de contenido 7">
            <a:extLst>
              <a:ext uri="{FF2B5EF4-FFF2-40B4-BE49-F238E27FC236}">
                <a16:creationId xmlns:a16="http://schemas.microsoft.com/office/drawing/2014/main" id="{9FF48BDB-CB84-4B41-A14F-04C9A97B64E1}"/>
              </a:ext>
            </a:extLst>
          </p:cNvPr>
          <p:cNvPicPr>
            <a:picLocks noGrp="1" noChangeAspect="1"/>
          </p:cNvPicPr>
          <p:nvPr>
            <p:ph sz="quarter" idx="11"/>
          </p:nvPr>
        </p:nvPicPr>
        <p:blipFill>
          <a:blip r:embed="rId2"/>
          <a:stretch>
            <a:fillRect/>
          </a:stretch>
        </p:blipFill>
        <p:spPr>
          <a:xfrm>
            <a:off x="7661069" y="2814729"/>
            <a:ext cx="2400406" cy="685830"/>
          </a:xfrm>
        </p:spPr>
      </p:pic>
      <p:pic>
        <p:nvPicPr>
          <p:cNvPr id="14" name="Imagen 13">
            <a:extLst>
              <a:ext uri="{FF2B5EF4-FFF2-40B4-BE49-F238E27FC236}">
                <a16:creationId xmlns:a16="http://schemas.microsoft.com/office/drawing/2014/main" id="{4CBF438A-9B02-4920-986D-DEBBEF9E66AB}"/>
              </a:ext>
            </a:extLst>
          </p:cNvPr>
          <p:cNvPicPr>
            <a:picLocks noChangeAspect="1"/>
          </p:cNvPicPr>
          <p:nvPr/>
        </p:nvPicPr>
        <p:blipFill>
          <a:blip r:embed="rId3"/>
          <a:stretch>
            <a:fillRect/>
          </a:stretch>
        </p:blipFill>
        <p:spPr>
          <a:xfrm>
            <a:off x="7690887" y="4332867"/>
            <a:ext cx="2340769" cy="700739"/>
          </a:xfrm>
          <a:prstGeom prst="rect">
            <a:avLst/>
          </a:prstGeom>
        </p:spPr>
      </p:pic>
      <p:sp>
        <p:nvSpPr>
          <p:cNvPr id="15" name="Título 4">
            <a:extLst>
              <a:ext uri="{FF2B5EF4-FFF2-40B4-BE49-F238E27FC236}">
                <a16:creationId xmlns:a16="http://schemas.microsoft.com/office/drawing/2014/main" id="{174A0E95-46C5-4687-92A3-510660AFE6B5}"/>
              </a:ext>
            </a:extLst>
          </p:cNvPr>
          <p:cNvSpPr>
            <a:spLocks noGrp="1"/>
          </p:cNvSpPr>
          <p:nvPr>
            <p:ph type="title"/>
          </p:nvPr>
        </p:nvSpPr>
        <p:spPr>
          <a:xfrm>
            <a:off x="891990" y="434225"/>
            <a:ext cx="9524998" cy="1499627"/>
          </a:xfrm>
        </p:spPr>
        <p:txBody>
          <a:bodyPr/>
          <a:lstStyle/>
          <a:p>
            <a:r>
              <a:rPr lang="es-ES" dirty="0"/>
              <a:t>Bloques de Personalización</a:t>
            </a:r>
            <a:endParaRPr lang="es-MX" dirty="0"/>
          </a:p>
        </p:txBody>
      </p:sp>
      <p:pic>
        <p:nvPicPr>
          <p:cNvPr id="7" name="Imagen 6">
            <a:extLst>
              <a:ext uri="{FF2B5EF4-FFF2-40B4-BE49-F238E27FC236}">
                <a16:creationId xmlns:a16="http://schemas.microsoft.com/office/drawing/2014/main" id="{383CCD64-31A7-453A-88C6-1CD2A056E5D8}"/>
              </a:ext>
            </a:extLst>
          </p:cNvPr>
          <p:cNvPicPr>
            <a:picLocks noChangeAspect="1"/>
          </p:cNvPicPr>
          <p:nvPr/>
        </p:nvPicPr>
        <p:blipFill>
          <a:blip r:embed="rId4"/>
          <a:stretch>
            <a:fillRect/>
          </a:stretch>
        </p:blipFill>
        <p:spPr>
          <a:xfrm>
            <a:off x="-7543" y="-25563"/>
            <a:ext cx="888053" cy="900000"/>
          </a:xfrm>
          <a:prstGeom prst="rect">
            <a:avLst/>
          </a:prstGeom>
        </p:spPr>
      </p:pic>
    </p:spTree>
    <p:extLst>
      <p:ext uri="{BB962C8B-B14F-4D97-AF65-F5344CB8AC3E}">
        <p14:creationId xmlns:p14="http://schemas.microsoft.com/office/powerpoint/2010/main" val="43217538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Marcador de contenido 5">
            <a:extLst>
              <a:ext uri="{FF2B5EF4-FFF2-40B4-BE49-F238E27FC236}">
                <a16:creationId xmlns:a16="http://schemas.microsoft.com/office/drawing/2014/main" id="{34E24264-76B7-4CEE-89C8-7ED41180125D}"/>
              </a:ext>
            </a:extLst>
          </p:cNvPr>
          <p:cNvSpPr>
            <a:spLocks noGrp="1"/>
          </p:cNvSpPr>
          <p:nvPr>
            <p:ph sz="quarter" idx="10"/>
          </p:nvPr>
        </p:nvSpPr>
        <p:spPr>
          <a:xfrm>
            <a:off x="802104" y="2851125"/>
            <a:ext cx="5755341" cy="6196404"/>
          </a:xfrm>
        </p:spPr>
        <p:txBody>
          <a:bodyPr>
            <a:normAutofit/>
          </a:bodyPr>
          <a:lstStyle/>
          <a:p>
            <a:r>
              <a:rPr lang="es-ES" sz="2400" b="1" dirty="0"/>
              <a:t>¿Borrar todos los elementos del arreglo:</a:t>
            </a:r>
            <a:r>
              <a:rPr lang="es-ES" sz="2400" dirty="0"/>
              <a:t> </a:t>
            </a:r>
            <a:r>
              <a:rPr lang="es-ES" sz="2000" dirty="0"/>
              <a:t>Elimina todos los datos que están guardados dentro de una lista.</a:t>
            </a:r>
          </a:p>
          <a:p>
            <a:r>
              <a:rPr lang="es-ES" sz="2400" b="1" dirty="0"/>
              <a:t>Insertar elemento en el arreglo:</a:t>
            </a:r>
            <a:r>
              <a:rPr lang="es-ES" sz="2400" dirty="0"/>
              <a:t> </a:t>
            </a:r>
            <a:r>
              <a:rPr lang="es-ES" sz="2000" dirty="0"/>
              <a:t>Pone un dato en una posición específica dentro de la lista</a:t>
            </a:r>
            <a:r>
              <a:rPr lang="es-ES" sz="2400" dirty="0"/>
              <a:t>.</a:t>
            </a:r>
          </a:p>
        </p:txBody>
      </p:sp>
      <p:pic>
        <p:nvPicPr>
          <p:cNvPr id="16" name="Imagen 15">
            <a:extLst>
              <a:ext uri="{FF2B5EF4-FFF2-40B4-BE49-F238E27FC236}">
                <a16:creationId xmlns:a16="http://schemas.microsoft.com/office/drawing/2014/main" id="{A8765598-A10B-45FA-8DFB-E1610D07D504}"/>
              </a:ext>
            </a:extLst>
          </p:cNvPr>
          <p:cNvPicPr>
            <a:picLocks noChangeAspect="1"/>
          </p:cNvPicPr>
          <p:nvPr/>
        </p:nvPicPr>
        <p:blipFill>
          <a:blip r:embed="rId2"/>
          <a:stretch>
            <a:fillRect/>
          </a:stretch>
        </p:blipFill>
        <p:spPr>
          <a:xfrm>
            <a:off x="7805284" y="3105332"/>
            <a:ext cx="1884466" cy="647336"/>
          </a:xfrm>
          <a:prstGeom prst="rect">
            <a:avLst/>
          </a:prstGeom>
        </p:spPr>
      </p:pic>
      <p:pic>
        <p:nvPicPr>
          <p:cNvPr id="18" name="Imagen 17">
            <a:extLst>
              <a:ext uri="{FF2B5EF4-FFF2-40B4-BE49-F238E27FC236}">
                <a16:creationId xmlns:a16="http://schemas.microsoft.com/office/drawing/2014/main" id="{A5B9F673-6DF7-4275-A909-792364ABC68B}"/>
              </a:ext>
            </a:extLst>
          </p:cNvPr>
          <p:cNvPicPr>
            <a:picLocks noChangeAspect="1"/>
          </p:cNvPicPr>
          <p:nvPr/>
        </p:nvPicPr>
        <p:blipFill>
          <a:blip r:embed="rId3"/>
          <a:stretch>
            <a:fillRect/>
          </a:stretch>
        </p:blipFill>
        <p:spPr>
          <a:xfrm>
            <a:off x="7193912" y="4348739"/>
            <a:ext cx="3107210" cy="575409"/>
          </a:xfrm>
          <a:prstGeom prst="rect">
            <a:avLst/>
          </a:prstGeom>
        </p:spPr>
      </p:pic>
      <p:sp>
        <p:nvSpPr>
          <p:cNvPr id="2" name="Marcador de número de diapositiva 1">
            <a:extLst>
              <a:ext uri="{FF2B5EF4-FFF2-40B4-BE49-F238E27FC236}">
                <a16:creationId xmlns:a16="http://schemas.microsoft.com/office/drawing/2014/main" id="{32A06156-27E5-4F44-B1BA-C2B82B55DA85}"/>
              </a:ext>
            </a:extLst>
          </p:cNvPr>
          <p:cNvSpPr>
            <a:spLocks noGrp="1"/>
          </p:cNvSpPr>
          <p:nvPr>
            <p:ph type="sldNum" sz="quarter" idx="4"/>
          </p:nvPr>
        </p:nvSpPr>
        <p:spPr/>
        <p:txBody>
          <a:bodyPr/>
          <a:lstStyle/>
          <a:p>
            <a:pPr rtl="0"/>
            <a:fld id="{B5CEABB6-07DC-46E8-9B57-56EC44A396E5}" type="slidenum">
              <a:rPr lang="es-ES" smtClean="0"/>
              <a:pPr rtl="0"/>
              <a:t>44</a:t>
            </a:fld>
            <a:endParaRPr lang="es-ES" dirty="0"/>
          </a:p>
        </p:txBody>
      </p:sp>
      <p:sp>
        <p:nvSpPr>
          <p:cNvPr id="13" name="Título 4">
            <a:extLst>
              <a:ext uri="{FF2B5EF4-FFF2-40B4-BE49-F238E27FC236}">
                <a16:creationId xmlns:a16="http://schemas.microsoft.com/office/drawing/2014/main" id="{0BD7EA8F-7835-42A5-9C69-CC89E7FA517F}"/>
              </a:ext>
            </a:extLst>
          </p:cNvPr>
          <p:cNvSpPr>
            <a:spLocks noGrp="1"/>
          </p:cNvSpPr>
          <p:nvPr>
            <p:ph type="title"/>
          </p:nvPr>
        </p:nvSpPr>
        <p:spPr>
          <a:xfrm>
            <a:off x="891990" y="434225"/>
            <a:ext cx="9524998" cy="1499627"/>
          </a:xfrm>
        </p:spPr>
        <p:txBody>
          <a:bodyPr/>
          <a:lstStyle/>
          <a:p>
            <a:r>
              <a:rPr lang="es-ES" dirty="0"/>
              <a:t>Bloques de Personalización</a:t>
            </a:r>
            <a:endParaRPr lang="es-MX" dirty="0"/>
          </a:p>
        </p:txBody>
      </p:sp>
      <p:pic>
        <p:nvPicPr>
          <p:cNvPr id="7" name="Imagen 6">
            <a:extLst>
              <a:ext uri="{FF2B5EF4-FFF2-40B4-BE49-F238E27FC236}">
                <a16:creationId xmlns:a16="http://schemas.microsoft.com/office/drawing/2014/main" id="{3E719E82-0871-4B6F-92EF-ABE9AD0E4572}"/>
              </a:ext>
            </a:extLst>
          </p:cNvPr>
          <p:cNvPicPr>
            <a:picLocks noChangeAspect="1"/>
          </p:cNvPicPr>
          <p:nvPr/>
        </p:nvPicPr>
        <p:blipFill>
          <a:blip r:embed="rId4"/>
          <a:stretch>
            <a:fillRect/>
          </a:stretch>
        </p:blipFill>
        <p:spPr>
          <a:xfrm>
            <a:off x="-7543" y="-25563"/>
            <a:ext cx="888053" cy="900000"/>
          </a:xfrm>
          <a:prstGeom prst="rect">
            <a:avLst/>
          </a:prstGeom>
        </p:spPr>
      </p:pic>
    </p:spTree>
    <p:extLst>
      <p:ext uri="{BB962C8B-B14F-4D97-AF65-F5344CB8AC3E}">
        <p14:creationId xmlns:p14="http://schemas.microsoft.com/office/powerpoint/2010/main" val="142648281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Marcador de contenido 5">
            <a:extLst>
              <a:ext uri="{FF2B5EF4-FFF2-40B4-BE49-F238E27FC236}">
                <a16:creationId xmlns:a16="http://schemas.microsoft.com/office/drawing/2014/main" id="{34E24264-76B7-4CEE-89C8-7ED41180125D}"/>
              </a:ext>
            </a:extLst>
          </p:cNvPr>
          <p:cNvSpPr>
            <a:spLocks noGrp="1"/>
          </p:cNvSpPr>
          <p:nvPr>
            <p:ph sz="quarter" idx="10"/>
          </p:nvPr>
        </p:nvSpPr>
        <p:spPr>
          <a:xfrm>
            <a:off x="891990" y="2670517"/>
            <a:ext cx="5755341" cy="6196404"/>
          </a:xfrm>
        </p:spPr>
        <p:txBody>
          <a:bodyPr>
            <a:normAutofit/>
          </a:bodyPr>
          <a:lstStyle/>
          <a:p>
            <a:r>
              <a:rPr lang="es-ES" sz="2400" b="1" dirty="0"/>
              <a:t>Sustituir elementos del arreglo:</a:t>
            </a:r>
            <a:r>
              <a:rPr lang="es-ES" sz="2400" dirty="0"/>
              <a:t> </a:t>
            </a:r>
            <a:r>
              <a:rPr lang="es-ES" sz="2000" dirty="0"/>
              <a:t>Cambia un dato en la lista por otro que tú elijas.</a:t>
            </a:r>
          </a:p>
          <a:p>
            <a:r>
              <a:rPr lang="es-ES" sz="2400" b="1" dirty="0"/>
              <a:t>Obtener elementos del arreglo:</a:t>
            </a:r>
            <a:r>
              <a:rPr lang="es-ES" sz="2400" dirty="0"/>
              <a:t> </a:t>
            </a:r>
            <a:r>
              <a:rPr lang="es-ES" sz="2000" dirty="0"/>
              <a:t>Toma el valor de un dato específico dentro de la lista.</a:t>
            </a:r>
            <a:endParaRPr lang="es-ES" sz="2400" dirty="0"/>
          </a:p>
        </p:txBody>
      </p:sp>
      <p:pic>
        <p:nvPicPr>
          <p:cNvPr id="21" name="Imagen 20">
            <a:extLst>
              <a:ext uri="{FF2B5EF4-FFF2-40B4-BE49-F238E27FC236}">
                <a16:creationId xmlns:a16="http://schemas.microsoft.com/office/drawing/2014/main" id="{F8C0826F-1EF6-462D-B484-7FF021B47C92}"/>
              </a:ext>
            </a:extLst>
          </p:cNvPr>
          <p:cNvPicPr>
            <a:picLocks noChangeAspect="1"/>
          </p:cNvPicPr>
          <p:nvPr/>
        </p:nvPicPr>
        <p:blipFill>
          <a:blip r:embed="rId2"/>
          <a:stretch>
            <a:fillRect/>
          </a:stretch>
        </p:blipFill>
        <p:spPr>
          <a:xfrm>
            <a:off x="6925199" y="2717228"/>
            <a:ext cx="3071640" cy="540700"/>
          </a:xfrm>
          <a:prstGeom prst="rect">
            <a:avLst/>
          </a:prstGeom>
        </p:spPr>
      </p:pic>
      <p:pic>
        <p:nvPicPr>
          <p:cNvPr id="23" name="Imagen 22">
            <a:extLst>
              <a:ext uri="{FF2B5EF4-FFF2-40B4-BE49-F238E27FC236}">
                <a16:creationId xmlns:a16="http://schemas.microsoft.com/office/drawing/2014/main" id="{9C28CF6B-91AF-42D3-A5CD-1B943FE57BD3}"/>
              </a:ext>
            </a:extLst>
          </p:cNvPr>
          <p:cNvPicPr>
            <a:picLocks noChangeAspect="1"/>
          </p:cNvPicPr>
          <p:nvPr/>
        </p:nvPicPr>
        <p:blipFill>
          <a:blip r:embed="rId3"/>
          <a:stretch>
            <a:fillRect/>
          </a:stretch>
        </p:blipFill>
        <p:spPr>
          <a:xfrm>
            <a:off x="7777606" y="3547190"/>
            <a:ext cx="1610597" cy="356632"/>
          </a:xfrm>
          <a:prstGeom prst="rect">
            <a:avLst/>
          </a:prstGeom>
        </p:spPr>
      </p:pic>
      <p:sp>
        <p:nvSpPr>
          <p:cNvPr id="2" name="Marcador de número de diapositiva 1">
            <a:extLst>
              <a:ext uri="{FF2B5EF4-FFF2-40B4-BE49-F238E27FC236}">
                <a16:creationId xmlns:a16="http://schemas.microsoft.com/office/drawing/2014/main" id="{32A06156-27E5-4F44-B1BA-C2B82B55DA85}"/>
              </a:ext>
            </a:extLst>
          </p:cNvPr>
          <p:cNvSpPr>
            <a:spLocks noGrp="1"/>
          </p:cNvSpPr>
          <p:nvPr>
            <p:ph type="sldNum" sz="quarter" idx="4"/>
          </p:nvPr>
        </p:nvSpPr>
        <p:spPr/>
        <p:txBody>
          <a:bodyPr/>
          <a:lstStyle/>
          <a:p>
            <a:pPr rtl="0"/>
            <a:fld id="{B5CEABB6-07DC-46E8-9B57-56EC44A396E5}" type="slidenum">
              <a:rPr lang="es-ES" smtClean="0"/>
              <a:pPr rtl="0"/>
              <a:t>45</a:t>
            </a:fld>
            <a:endParaRPr lang="es-ES" dirty="0"/>
          </a:p>
        </p:txBody>
      </p:sp>
      <p:sp>
        <p:nvSpPr>
          <p:cNvPr id="13" name="Título 4">
            <a:extLst>
              <a:ext uri="{FF2B5EF4-FFF2-40B4-BE49-F238E27FC236}">
                <a16:creationId xmlns:a16="http://schemas.microsoft.com/office/drawing/2014/main" id="{B9AA40E9-557B-416D-9213-A0A55D96C5EA}"/>
              </a:ext>
            </a:extLst>
          </p:cNvPr>
          <p:cNvSpPr>
            <a:spLocks noGrp="1"/>
          </p:cNvSpPr>
          <p:nvPr>
            <p:ph type="title"/>
          </p:nvPr>
        </p:nvSpPr>
        <p:spPr>
          <a:xfrm>
            <a:off x="891990" y="434225"/>
            <a:ext cx="9524998" cy="1499627"/>
          </a:xfrm>
        </p:spPr>
        <p:txBody>
          <a:bodyPr/>
          <a:lstStyle/>
          <a:p>
            <a:r>
              <a:rPr lang="es-ES" dirty="0"/>
              <a:t>Bloques de Personalización</a:t>
            </a:r>
            <a:endParaRPr lang="es-MX" dirty="0"/>
          </a:p>
        </p:txBody>
      </p:sp>
      <p:pic>
        <p:nvPicPr>
          <p:cNvPr id="7" name="Imagen 6">
            <a:extLst>
              <a:ext uri="{FF2B5EF4-FFF2-40B4-BE49-F238E27FC236}">
                <a16:creationId xmlns:a16="http://schemas.microsoft.com/office/drawing/2014/main" id="{43E702B6-1BE7-4FE5-AA2E-482EE40CF219}"/>
              </a:ext>
            </a:extLst>
          </p:cNvPr>
          <p:cNvPicPr>
            <a:picLocks noChangeAspect="1"/>
          </p:cNvPicPr>
          <p:nvPr/>
        </p:nvPicPr>
        <p:blipFill>
          <a:blip r:embed="rId4"/>
          <a:stretch>
            <a:fillRect/>
          </a:stretch>
        </p:blipFill>
        <p:spPr>
          <a:xfrm>
            <a:off x="-7543" y="-25563"/>
            <a:ext cx="888053" cy="900000"/>
          </a:xfrm>
          <a:prstGeom prst="rect">
            <a:avLst/>
          </a:prstGeom>
        </p:spPr>
      </p:pic>
    </p:spTree>
    <p:extLst>
      <p:ext uri="{BB962C8B-B14F-4D97-AF65-F5344CB8AC3E}">
        <p14:creationId xmlns:p14="http://schemas.microsoft.com/office/powerpoint/2010/main" val="170994081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Marcador de contenido 5">
            <a:extLst>
              <a:ext uri="{FF2B5EF4-FFF2-40B4-BE49-F238E27FC236}">
                <a16:creationId xmlns:a16="http://schemas.microsoft.com/office/drawing/2014/main" id="{34E24264-76B7-4CEE-89C8-7ED41180125D}"/>
              </a:ext>
            </a:extLst>
          </p:cNvPr>
          <p:cNvSpPr>
            <a:spLocks noGrp="1"/>
          </p:cNvSpPr>
          <p:nvPr>
            <p:ph sz="quarter" idx="10"/>
          </p:nvPr>
        </p:nvSpPr>
        <p:spPr>
          <a:xfrm>
            <a:off x="891990" y="1933852"/>
            <a:ext cx="5755341" cy="6196404"/>
          </a:xfrm>
        </p:spPr>
        <p:txBody>
          <a:bodyPr>
            <a:normAutofit/>
          </a:bodyPr>
          <a:lstStyle/>
          <a:p>
            <a:r>
              <a:rPr lang="es-ES" sz="2400" b="1" dirty="0"/>
              <a:t>Crear función:</a:t>
            </a:r>
            <a:r>
              <a:rPr lang="es-ES" sz="2400" dirty="0"/>
              <a:t> </a:t>
            </a:r>
            <a:r>
              <a:rPr lang="es-ES" sz="2000" dirty="0"/>
              <a:t>Una función es un conjunto de instrucciones que hacen una tarea específica dentro del programa</a:t>
            </a:r>
            <a:r>
              <a:rPr lang="es-ES" sz="2400" dirty="0"/>
              <a:t>.</a:t>
            </a:r>
          </a:p>
          <a:p>
            <a:endParaRPr lang="es-ES" sz="2400" dirty="0"/>
          </a:p>
          <a:p>
            <a:endParaRPr lang="es-ES" sz="2400" dirty="0"/>
          </a:p>
          <a:p>
            <a:r>
              <a:rPr lang="es-ES" sz="2800" b="1" dirty="0"/>
              <a:t>Definir función:</a:t>
            </a:r>
            <a:r>
              <a:rPr lang="es-ES" sz="2800" dirty="0"/>
              <a:t> </a:t>
            </a:r>
            <a:r>
              <a:rPr lang="es-ES" dirty="0"/>
              <a:t>En esta parte, le pones un nombre a la función y decides cuántos datos (entradas) necesita para trabajar</a:t>
            </a:r>
            <a:r>
              <a:rPr lang="es-ES" sz="1800" dirty="0"/>
              <a:t>.</a:t>
            </a:r>
            <a:endParaRPr lang="es-ES" sz="2800" b="0" i="0" dirty="0">
              <a:solidFill>
                <a:srgbClr val="111111"/>
              </a:solidFill>
              <a:effectLst/>
              <a:latin typeface="Roboto" panose="02000000000000000000" pitchFamily="2" charset="0"/>
            </a:endParaRPr>
          </a:p>
        </p:txBody>
      </p:sp>
      <p:pic>
        <p:nvPicPr>
          <p:cNvPr id="25" name="Imagen 24">
            <a:extLst>
              <a:ext uri="{FF2B5EF4-FFF2-40B4-BE49-F238E27FC236}">
                <a16:creationId xmlns:a16="http://schemas.microsoft.com/office/drawing/2014/main" id="{0662F6E5-BAC6-4515-844F-E358565FF7CD}"/>
              </a:ext>
            </a:extLst>
          </p:cNvPr>
          <p:cNvPicPr>
            <a:picLocks noChangeAspect="1"/>
          </p:cNvPicPr>
          <p:nvPr/>
        </p:nvPicPr>
        <p:blipFill>
          <a:blip r:embed="rId2"/>
          <a:stretch>
            <a:fillRect/>
          </a:stretch>
        </p:blipFill>
        <p:spPr>
          <a:xfrm>
            <a:off x="7351095" y="2190700"/>
            <a:ext cx="2047397" cy="449224"/>
          </a:xfrm>
          <a:prstGeom prst="rect">
            <a:avLst/>
          </a:prstGeom>
        </p:spPr>
      </p:pic>
      <p:sp>
        <p:nvSpPr>
          <p:cNvPr id="2" name="Marcador de número de diapositiva 1">
            <a:extLst>
              <a:ext uri="{FF2B5EF4-FFF2-40B4-BE49-F238E27FC236}">
                <a16:creationId xmlns:a16="http://schemas.microsoft.com/office/drawing/2014/main" id="{32A06156-27E5-4F44-B1BA-C2B82B55DA85}"/>
              </a:ext>
            </a:extLst>
          </p:cNvPr>
          <p:cNvSpPr>
            <a:spLocks noGrp="1"/>
          </p:cNvSpPr>
          <p:nvPr>
            <p:ph type="sldNum" sz="quarter" idx="4"/>
          </p:nvPr>
        </p:nvSpPr>
        <p:spPr/>
        <p:txBody>
          <a:bodyPr/>
          <a:lstStyle/>
          <a:p>
            <a:pPr rtl="0"/>
            <a:fld id="{B5CEABB6-07DC-46E8-9B57-56EC44A396E5}" type="slidenum">
              <a:rPr lang="es-ES" smtClean="0"/>
              <a:pPr rtl="0"/>
              <a:t>46</a:t>
            </a:fld>
            <a:endParaRPr lang="es-ES" dirty="0"/>
          </a:p>
        </p:txBody>
      </p:sp>
      <p:pic>
        <p:nvPicPr>
          <p:cNvPr id="13" name="Marcador de contenido 4">
            <a:extLst>
              <a:ext uri="{FF2B5EF4-FFF2-40B4-BE49-F238E27FC236}">
                <a16:creationId xmlns:a16="http://schemas.microsoft.com/office/drawing/2014/main" id="{5AEC012A-FD83-4A65-9BEF-5B94DB16987C}"/>
              </a:ext>
            </a:extLst>
          </p:cNvPr>
          <p:cNvPicPr>
            <a:picLocks noGrp="1" noChangeAspect="1"/>
          </p:cNvPicPr>
          <p:nvPr>
            <p:ph sz="quarter" idx="11"/>
          </p:nvPr>
        </p:nvPicPr>
        <p:blipFill>
          <a:blip r:embed="rId3"/>
          <a:stretch>
            <a:fillRect/>
          </a:stretch>
        </p:blipFill>
        <p:spPr>
          <a:xfrm>
            <a:off x="7159947" y="3841877"/>
            <a:ext cx="2429691" cy="1481558"/>
          </a:xfrm>
        </p:spPr>
      </p:pic>
      <p:sp>
        <p:nvSpPr>
          <p:cNvPr id="14" name="Título 4">
            <a:extLst>
              <a:ext uri="{FF2B5EF4-FFF2-40B4-BE49-F238E27FC236}">
                <a16:creationId xmlns:a16="http://schemas.microsoft.com/office/drawing/2014/main" id="{329D82CC-DE16-498D-87D7-D4AC066E2D19}"/>
              </a:ext>
            </a:extLst>
          </p:cNvPr>
          <p:cNvSpPr>
            <a:spLocks noGrp="1"/>
          </p:cNvSpPr>
          <p:nvPr>
            <p:ph type="title"/>
          </p:nvPr>
        </p:nvSpPr>
        <p:spPr>
          <a:xfrm>
            <a:off x="891990" y="434225"/>
            <a:ext cx="9524998" cy="1499627"/>
          </a:xfrm>
        </p:spPr>
        <p:txBody>
          <a:bodyPr/>
          <a:lstStyle/>
          <a:p>
            <a:r>
              <a:rPr lang="es-ES" dirty="0"/>
              <a:t>Bloques de Personalización</a:t>
            </a:r>
            <a:endParaRPr lang="es-MX" dirty="0"/>
          </a:p>
        </p:txBody>
      </p:sp>
      <p:pic>
        <p:nvPicPr>
          <p:cNvPr id="7" name="Imagen 6">
            <a:extLst>
              <a:ext uri="{FF2B5EF4-FFF2-40B4-BE49-F238E27FC236}">
                <a16:creationId xmlns:a16="http://schemas.microsoft.com/office/drawing/2014/main" id="{52D1328B-F8BB-4780-A9F5-086ADA896B88}"/>
              </a:ext>
            </a:extLst>
          </p:cNvPr>
          <p:cNvPicPr>
            <a:picLocks noChangeAspect="1"/>
          </p:cNvPicPr>
          <p:nvPr/>
        </p:nvPicPr>
        <p:blipFill>
          <a:blip r:embed="rId4"/>
          <a:stretch>
            <a:fillRect/>
          </a:stretch>
        </p:blipFill>
        <p:spPr>
          <a:xfrm>
            <a:off x="-7543" y="-25563"/>
            <a:ext cx="888053" cy="900000"/>
          </a:xfrm>
          <a:prstGeom prst="rect">
            <a:avLst/>
          </a:prstGeom>
        </p:spPr>
      </p:pic>
    </p:spTree>
    <p:extLst>
      <p:ext uri="{BB962C8B-B14F-4D97-AF65-F5344CB8AC3E}">
        <p14:creationId xmlns:p14="http://schemas.microsoft.com/office/powerpoint/2010/main" val="57155130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Marcador de contenido 5">
            <a:extLst>
              <a:ext uri="{FF2B5EF4-FFF2-40B4-BE49-F238E27FC236}">
                <a16:creationId xmlns:a16="http://schemas.microsoft.com/office/drawing/2014/main" id="{34E24264-76B7-4CEE-89C8-7ED41180125D}"/>
              </a:ext>
            </a:extLst>
          </p:cNvPr>
          <p:cNvSpPr>
            <a:spLocks noGrp="1"/>
          </p:cNvSpPr>
          <p:nvPr>
            <p:ph sz="quarter" idx="10"/>
          </p:nvPr>
        </p:nvSpPr>
        <p:spPr>
          <a:xfrm>
            <a:off x="871693" y="1825947"/>
            <a:ext cx="5755341" cy="6196404"/>
          </a:xfrm>
        </p:spPr>
        <p:txBody>
          <a:bodyPr>
            <a:normAutofit/>
          </a:bodyPr>
          <a:lstStyle/>
          <a:p>
            <a:r>
              <a:rPr lang="es-ES" sz="2000" b="1" dirty="0"/>
              <a:t>Función personalizada:</a:t>
            </a:r>
            <a:r>
              <a:rPr lang="es-ES" sz="2000" dirty="0"/>
              <a:t> </a:t>
            </a:r>
            <a:r>
              <a:rPr lang="es-ES" dirty="0"/>
              <a:t>Son bloques de código con un nombre y datos de entrada que tú defines. Se usan para ejecutar la función que creaste.</a:t>
            </a:r>
          </a:p>
          <a:p>
            <a:r>
              <a:rPr lang="es-ES" sz="2000" b="1" dirty="0"/>
              <a:t>Crear subrutina:</a:t>
            </a:r>
            <a:r>
              <a:rPr lang="es-ES" sz="2000" dirty="0"/>
              <a:t> </a:t>
            </a:r>
            <a:r>
              <a:rPr lang="es-ES" dirty="0"/>
              <a:t>Genera una pequeña parte del programa principal que puede usarse varias veces.</a:t>
            </a:r>
          </a:p>
          <a:p>
            <a:r>
              <a:rPr lang="es-ES" sz="2000" b="1" dirty="0"/>
              <a:t>Subrutina en bloque y subrutina de script:</a:t>
            </a:r>
            <a:r>
              <a:rPr lang="es-ES" sz="2000" dirty="0"/>
              <a:t> </a:t>
            </a:r>
            <a:r>
              <a:rPr lang="es-ES" dirty="0"/>
              <a:t>El bloque de subrutina sirve para llamar a esa parte del programa guardada. En PC, haciendo clic derecho, o en la app manteniendo pulsado, puedes editar o borrar la subrutina.</a:t>
            </a:r>
            <a:endParaRPr lang="es-ES" sz="2400" b="0" i="0" dirty="0">
              <a:solidFill>
                <a:srgbClr val="111111"/>
              </a:solidFill>
              <a:effectLst/>
              <a:latin typeface="Roboto" panose="02000000000000000000" pitchFamily="2" charset="0"/>
            </a:endParaRPr>
          </a:p>
        </p:txBody>
      </p:sp>
      <p:pic>
        <p:nvPicPr>
          <p:cNvPr id="18" name="Imagen 17">
            <a:extLst>
              <a:ext uri="{FF2B5EF4-FFF2-40B4-BE49-F238E27FC236}">
                <a16:creationId xmlns:a16="http://schemas.microsoft.com/office/drawing/2014/main" id="{49CEC750-6033-4B2F-962C-D0BFCCBE9885}"/>
              </a:ext>
            </a:extLst>
          </p:cNvPr>
          <p:cNvPicPr>
            <a:picLocks noChangeAspect="1"/>
          </p:cNvPicPr>
          <p:nvPr/>
        </p:nvPicPr>
        <p:blipFill>
          <a:blip r:embed="rId2"/>
          <a:stretch>
            <a:fillRect/>
          </a:stretch>
        </p:blipFill>
        <p:spPr>
          <a:xfrm>
            <a:off x="7555236" y="4632970"/>
            <a:ext cx="2447978" cy="638603"/>
          </a:xfrm>
          <a:prstGeom prst="rect">
            <a:avLst/>
          </a:prstGeom>
        </p:spPr>
      </p:pic>
      <p:pic>
        <p:nvPicPr>
          <p:cNvPr id="21" name="Imagen 20">
            <a:extLst>
              <a:ext uri="{FF2B5EF4-FFF2-40B4-BE49-F238E27FC236}">
                <a16:creationId xmlns:a16="http://schemas.microsoft.com/office/drawing/2014/main" id="{3D477F70-DB19-4C40-827A-0614237E8AB6}"/>
              </a:ext>
            </a:extLst>
          </p:cNvPr>
          <p:cNvPicPr>
            <a:picLocks noChangeAspect="1"/>
          </p:cNvPicPr>
          <p:nvPr/>
        </p:nvPicPr>
        <p:blipFill>
          <a:blip r:embed="rId3"/>
          <a:stretch>
            <a:fillRect/>
          </a:stretch>
        </p:blipFill>
        <p:spPr>
          <a:xfrm>
            <a:off x="7530081" y="4114042"/>
            <a:ext cx="2554413" cy="625299"/>
          </a:xfrm>
          <a:prstGeom prst="rect">
            <a:avLst/>
          </a:prstGeom>
        </p:spPr>
      </p:pic>
      <p:pic>
        <p:nvPicPr>
          <p:cNvPr id="9" name="Imagen 8">
            <a:extLst>
              <a:ext uri="{FF2B5EF4-FFF2-40B4-BE49-F238E27FC236}">
                <a16:creationId xmlns:a16="http://schemas.microsoft.com/office/drawing/2014/main" id="{6B29424F-65DC-40B8-B024-5480814A5C91}"/>
              </a:ext>
            </a:extLst>
          </p:cNvPr>
          <p:cNvPicPr>
            <a:picLocks noChangeAspect="1"/>
          </p:cNvPicPr>
          <p:nvPr/>
        </p:nvPicPr>
        <p:blipFill>
          <a:blip r:embed="rId4"/>
          <a:stretch>
            <a:fillRect/>
          </a:stretch>
        </p:blipFill>
        <p:spPr>
          <a:xfrm>
            <a:off x="7656718" y="1962880"/>
            <a:ext cx="1846220" cy="673621"/>
          </a:xfrm>
          <a:prstGeom prst="rect">
            <a:avLst/>
          </a:prstGeom>
        </p:spPr>
      </p:pic>
      <p:pic>
        <p:nvPicPr>
          <p:cNvPr id="11" name="Imagen 10">
            <a:extLst>
              <a:ext uri="{FF2B5EF4-FFF2-40B4-BE49-F238E27FC236}">
                <a16:creationId xmlns:a16="http://schemas.microsoft.com/office/drawing/2014/main" id="{6BB42EF6-1723-4FAC-99AB-1D505CBB6E11}"/>
              </a:ext>
            </a:extLst>
          </p:cNvPr>
          <p:cNvPicPr>
            <a:picLocks noChangeAspect="1"/>
          </p:cNvPicPr>
          <p:nvPr/>
        </p:nvPicPr>
        <p:blipFill>
          <a:blip r:embed="rId5"/>
          <a:stretch>
            <a:fillRect/>
          </a:stretch>
        </p:blipFill>
        <p:spPr>
          <a:xfrm>
            <a:off x="7604904" y="3241176"/>
            <a:ext cx="2070762" cy="449081"/>
          </a:xfrm>
          <a:prstGeom prst="rect">
            <a:avLst/>
          </a:prstGeom>
        </p:spPr>
      </p:pic>
      <p:sp>
        <p:nvSpPr>
          <p:cNvPr id="2" name="Marcador de número de diapositiva 1">
            <a:extLst>
              <a:ext uri="{FF2B5EF4-FFF2-40B4-BE49-F238E27FC236}">
                <a16:creationId xmlns:a16="http://schemas.microsoft.com/office/drawing/2014/main" id="{4E83A12D-1DBC-48BE-9C2C-B6EE54CCD752}"/>
              </a:ext>
            </a:extLst>
          </p:cNvPr>
          <p:cNvSpPr>
            <a:spLocks noGrp="1"/>
          </p:cNvSpPr>
          <p:nvPr>
            <p:ph type="sldNum" sz="quarter" idx="4"/>
          </p:nvPr>
        </p:nvSpPr>
        <p:spPr/>
        <p:txBody>
          <a:bodyPr/>
          <a:lstStyle/>
          <a:p>
            <a:pPr rtl="0"/>
            <a:fld id="{B5CEABB6-07DC-46E8-9B57-56EC44A396E5}" type="slidenum">
              <a:rPr lang="es-ES" smtClean="0"/>
              <a:pPr rtl="0"/>
              <a:t>47</a:t>
            </a:fld>
            <a:endParaRPr lang="es-ES" dirty="0"/>
          </a:p>
        </p:txBody>
      </p:sp>
      <p:sp>
        <p:nvSpPr>
          <p:cNvPr id="12" name="Título 4">
            <a:extLst>
              <a:ext uri="{FF2B5EF4-FFF2-40B4-BE49-F238E27FC236}">
                <a16:creationId xmlns:a16="http://schemas.microsoft.com/office/drawing/2014/main" id="{5A4B577B-1FE4-43A4-B7FC-3A1A4C95DC17}"/>
              </a:ext>
            </a:extLst>
          </p:cNvPr>
          <p:cNvSpPr>
            <a:spLocks noGrp="1"/>
          </p:cNvSpPr>
          <p:nvPr>
            <p:ph type="title"/>
          </p:nvPr>
        </p:nvSpPr>
        <p:spPr>
          <a:xfrm>
            <a:off x="891990" y="434225"/>
            <a:ext cx="9524998" cy="1499627"/>
          </a:xfrm>
        </p:spPr>
        <p:txBody>
          <a:bodyPr/>
          <a:lstStyle/>
          <a:p>
            <a:r>
              <a:rPr lang="es-ES" dirty="0"/>
              <a:t>Bloques de Personalización</a:t>
            </a:r>
            <a:endParaRPr lang="es-MX" dirty="0"/>
          </a:p>
        </p:txBody>
      </p:sp>
      <p:pic>
        <p:nvPicPr>
          <p:cNvPr id="10" name="Imagen 9">
            <a:extLst>
              <a:ext uri="{FF2B5EF4-FFF2-40B4-BE49-F238E27FC236}">
                <a16:creationId xmlns:a16="http://schemas.microsoft.com/office/drawing/2014/main" id="{6694D30E-C65F-421D-93C5-9845D6560DD1}"/>
              </a:ext>
            </a:extLst>
          </p:cNvPr>
          <p:cNvPicPr>
            <a:picLocks noChangeAspect="1"/>
          </p:cNvPicPr>
          <p:nvPr/>
        </p:nvPicPr>
        <p:blipFill>
          <a:blip r:embed="rId6"/>
          <a:stretch>
            <a:fillRect/>
          </a:stretch>
        </p:blipFill>
        <p:spPr>
          <a:xfrm>
            <a:off x="-7543" y="-25563"/>
            <a:ext cx="888053" cy="900000"/>
          </a:xfrm>
          <a:prstGeom prst="rect">
            <a:avLst/>
          </a:prstGeom>
        </p:spPr>
      </p:pic>
    </p:spTree>
    <p:extLst>
      <p:ext uri="{BB962C8B-B14F-4D97-AF65-F5344CB8AC3E}">
        <p14:creationId xmlns:p14="http://schemas.microsoft.com/office/powerpoint/2010/main" val="106746806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4">
            <a:extLst>
              <a:ext uri="{FF2B5EF4-FFF2-40B4-BE49-F238E27FC236}">
                <a16:creationId xmlns:a16="http://schemas.microsoft.com/office/drawing/2014/main" id="{44502753-8D89-46E8-84C8-0FD500EECD4D}"/>
              </a:ext>
            </a:extLst>
          </p:cNvPr>
          <p:cNvSpPr>
            <a:spLocks noGrp="1"/>
          </p:cNvSpPr>
          <p:nvPr>
            <p:ph type="title"/>
          </p:nvPr>
        </p:nvSpPr>
        <p:spPr/>
        <p:txBody>
          <a:bodyPr/>
          <a:lstStyle/>
          <a:p>
            <a:r>
              <a:rPr lang="es-ES" dirty="0"/>
              <a:t>Bloques de Entradas y salidas </a:t>
            </a:r>
            <a:endParaRPr lang="es-MX" dirty="0"/>
          </a:p>
        </p:txBody>
      </p:sp>
      <p:sp>
        <p:nvSpPr>
          <p:cNvPr id="6" name="Marcador de contenido 5">
            <a:extLst>
              <a:ext uri="{FF2B5EF4-FFF2-40B4-BE49-F238E27FC236}">
                <a16:creationId xmlns:a16="http://schemas.microsoft.com/office/drawing/2014/main" id="{00653504-9548-4389-9CD8-2E4D3C63105D}"/>
              </a:ext>
            </a:extLst>
          </p:cNvPr>
          <p:cNvSpPr>
            <a:spLocks noGrp="1"/>
          </p:cNvSpPr>
          <p:nvPr>
            <p:ph sz="quarter" idx="10"/>
          </p:nvPr>
        </p:nvSpPr>
        <p:spPr/>
        <p:txBody>
          <a:bodyPr>
            <a:normAutofit fontScale="85000" lnSpcReduction="20000"/>
          </a:bodyPr>
          <a:lstStyle/>
          <a:p>
            <a:r>
              <a:rPr lang="es-ES" sz="2200" dirty="0"/>
              <a:t>En Dobot Studio Pro, los bloques de Entradas y Salidas (I/O) permiten interactuar con el entorno físico del robot, gestionando señales digitales y analógicas para controlar dispositivos externos como sensores, interruptores, luces o actuadores.</a:t>
            </a:r>
          </a:p>
          <a:p>
            <a:endParaRPr lang="es-ES" b="1" dirty="0"/>
          </a:p>
          <a:p>
            <a:pPr marL="342900" indent="-342900">
              <a:buFont typeface="Arial" panose="020B0604020202020204" pitchFamily="34" charset="0"/>
              <a:buChar char="•"/>
            </a:pPr>
            <a:r>
              <a:rPr lang="es-ES" sz="2600" b="1" dirty="0"/>
              <a:t>Leer entrada digital:</a:t>
            </a:r>
            <a:r>
              <a:rPr lang="es-ES" sz="2600" dirty="0"/>
              <a:t> </a:t>
            </a:r>
            <a:r>
              <a:rPr lang="es-MX" sz="2400" dirty="0"/>
              <a:t>Obtiene el estado (encendido o apagado) de una entrada digital específica.</a:t>
            </a:r>
          </a:p>
          <a:p>
            <a:pPr marL="342900" indent="-342900">
              <a:buFont typeface="Arial" panose="020B0604020202020204" pitchFamily="34" charset="0"/>
              <a:buChar char="•"/>
            </a:pPr>
            <a:r>
              <a:rPr lang="es-ES" sz="2600" b="1" dirty="0"/>
              <a:t>Esperar entrada digital:</a:t>
            </a:r>
            <a:r>
              <a:rPr lang="es-ES" sz="2600" dirty="0"/>
              <a:t> </a:t>
            </a:r>
            <a:r>
              <a:rPr lang="es-ES" sz="2400" dirty="0"/>
              <a:t>Detiene el programa hasta que la entrada digital cumpla una condición o hasta que pase un tiempo límite, y después continúa con el siguiente paso.</a:t>
            </a:r>
            <a:br>
              <a:rPr lang="es-ES" sz="2600" dirty="0"/>
            </a:br>
            <a:endParaRPr lang="es-MX" sz="2600" dirty="0"/>
          </a:p>
        </p:txBody>
      </p:sp>
      <p:pic>
        <p:nvPicPr>
          <p:cNvPr id="8" name="Marcador de contenido 7">
            <a:extLst>
              <a:ext uri="{FF2B5EF4-FFF2-40B4-BE49-F238E27FC236}">
                <a16:creationId xmlns:a16="http://schemas.microsoft.com/office/drawing/2014/main" id="{1E2F29DA-D1E9-4A62-9EC8-73B1656AD321}"/>
              </a:ext>
            </a:extLst>
          </p:cNvPr>
          <p:cNvPicPr>
            <a:picLocks noGrp="1" noChangeAspect="1"/>
          </p:cNvPicPr>
          <p:nvPr>
            <p:ph sz="quarter" idx="11"/>
          </p:nvPr>
        </p:nvPicPr>
        <p:blipFill>
          <a:blip r:embed="rId2"/>
          <a:stretch>
            <a:fillRect/>
          </a:stretch>
        </p:blipFill>
        <p:spPr>
          <a:xfrm>
            <a:off x="7308028" y="3458859"/>
            <a:ext cx="4437547" cy="457200"/>
          </a:xfrm>
        </p:spPr>
      </p:pic>
      <p:pic>
        <p:nvPicPr>
          <p:cNvPr id="11" name="Imagen 10">
            <a:extLst>
              <a:ext uri="{FF2B5EF4-FFF2-40B4-BE49-F238E27FC236}">
                <a16:creationId xmlns:a16="http://schemas.microsoft.com/office/drawing/2014/main" id="{29101E55-BC55-4E68-8BC6-23316987603A}"/>
              </a:ext>
            </a:extLst>
          </p:cNvPr>
          <p:cNvPicPr>
            <a:picLocks noChangeAspect="1"/>
          </p:cNvPicPr>
          <p:nvPr/>
        </p:nvPicPr>
        <p:blipFill>
          <a:blip r:embed="rId3"/>
          <a:stretch>
            <a:fillRect/>
          </a:stretch>
        </p:blipFill>
        <p:spPr>
          <a:xfrm>
            <a:off x="7564378" y="4706676"/>
            <a:ext cx="3924848" cy="447737"/>
          </a:xfrm>
          <a:prstGeom prst="rect">
            <a:avLst/>
          </a:prstGeom>
        </p:spPr>
      </p:pic>
      <p:sp>
        <p:nvSpPr>
          <p:cNvPr id="2" name="Marcador de número de diapositiva 1">
            <a:extLst>
              <a:ext uri="{FF2B5EF4-FFF2-40B4-BE49-F238E27FC236}">
                <a16:creationId xmlns:a16="http://schemas.microsoft.com/office/drawing/2014/main" id="{47253A2A-32BF-41DC-9A00-C8D2389359B3}"/>
              </a:ext>
            </a:extLst>
          </p:cNvPr>
          <p:cNvSpPr>
            <a:spLocks noGrp="1"/>
          </p:cNvSpPr>
          <p:nvPr>
            <p:ph type="sldNum" sz="quarter" idx="4"/>
          </p:nvPr>
        </p:nvSpPr>
        <p:spPr/>
        <p:txBody>
          <a:bodyPr/>
          <a:lstStyle/>
          <a:p>
            <a:pPr rtl="0"/>
            <a:fld id="{B5CEABB6-07DC-46E8-9B57-56EC44A396E5}" type="slidenum">
              <a:rPr lang="es-ES" smtClean="0"/>
              <a:pPr rtl="0"/>
              <a:t>48</a:t>
            </a:fld>
            <a:endParaRPr lang="es-ES" dirty="0"/>
          </a:p>
        </p:txBody>
      </p:sp>
      <p:pic>
        <p:nvPicPr>
          <p:cNvPr id="7" name="Imagen 6">
            <a:extLst>
              <a:ext uri="{FF2B5EF4-FFF2-40B4-BE49-F238E27FC236}">
                <a16:creationId xmlns:a16="http://schemas.microsoft.com/office/drawing/2014/main" id="{D2A68E06-9F33-4AD2-9840-4ED32177CB1E}"/>
              </a:ext>
            </a:extLst>
          </p:cNvPr>
          <p:cNvPicPr>
            <a:picLocks noChangeAspect="1"/>
          </p:cNvPicPr>
          <p:nvPr/>
        </p:nvPicPr>
        <p:blipFill>
          <a:blip r:embed="rId4"/>
          <a:stretch>
            <a:fillRect/>
          </a:stretch>
        </p:blipFill>
        <p:spPr>
          <a:xfrm>
            <a:off x="-7543" y="-25563"/>
            <a:ext cx="888053" cy="900000"/>
          </a:xfrm>
          <a:prstGeom prst="rect">
            <a:avLst/>
          </a:prstGeom>
        </p:spPr>
      </p:pic>
    </p:spTree>
    <p:extLst>
      <p:ext uri="{BB962C8B-B14F-4D97-AF65-F5344CB8AC3E}">
        <p14:creationId xmlns:p14="http://schemas.microsoft.com/office/powerpoint/2010/main" val="406364521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Marcador de contenido 5">
            <a:extLst>
              <a:ext uri="{FF2B5EF4-FFF2-40B4-BE49-F238E27FC236}">
                <a16:creationId xmlns:a16="http://schemas.microsoft.com/office/drawing/2014/main" id="{34E24264-76B7-4CEE-89C8-7ED41180125D}"/>
              </a:ext>
            </a:extLst>
          </p:cNvPr>
          <p:cNvSpPr>
            <a:spLocks noGrp="1"/>
          </p:cNvSpPr>
          <p:nvPr>
            <p:ph sz="quarter" idx="10"/>
          </p:nvPr>
        </p:nvSpPr>
        <p:spPr>
          <a:xfrm>
            <a:off x="753978" y="1933852"/>
            <a:ext cx="5755341" cy="6196404"/>
          </a:xfrm>
        </p:spPr>
        <p:txBody>
          <a:bodyPr>
            <a:normAutofit/>
          </a:bodyPr>
          <a:lstStyle/>
          <a:p>
            <a:r>
              <a:rPr lang="es-ES" b="1" dirty="0"/>
              <a:t>Configurar salida digital:</a:t>
            </a:r>
            <a:r>
              <a:rPr lang="es-ES" dirty="0"/>
              <a:t> Enciende o apaga un puerto de salida digital.</a:t>
            </a:r>
          </a:p>
          <a:p>
            <a:r>
              <a:rPr lang="es-ES" b="1" dirty="0"/>
              <a:t>Configurar salida digital (para subproceso):</a:t>
            </a:r>
            <a:r>
              <a:rPr lang="es-ES" dirty="0"/>
              <a:t> Enciende o apaga un puerto de salida digital dentro de un subproceso (una parte separada del programa).</a:t>
            </a:r>
            <a:endParaRPr lang="es-ES" sz="2000" b="1" dirty="0"/>
          </a:p>
          <a:p>
            <a:r>
              <a:rPr lang="es-ES" sz="2000" b="1" dirty="0"/>
              <a:t>Configurar un conjunto de salidas digitales:</a:t>
            </a:r>
            <a:r>
              <a:rPr lang="es-ES" sz="2000" dirty="0"/>
              <a:t> </a:t>
            </a:r>
            <a:r>
              <a:rPr lang="es-ES" dirty="0"/>
              <a:t>Define un grupo de salidas digitales que puedes controlar juntas. Solo arrastra el bloque y ajusta sus opciones.</a:t>
            </a:r>
            <a:endParaRPr lang="es-ES" sz="2400" b="0" i="0" dirty="0">
              <a:solidFill>
                <a:srgbClr val="111111"/>
              </a:solidFill>
              <a:effectLst/>
              <a:latin typeface="Roboto" panose="02000000000000000000" pitchFamily="2" charset="0"/>
            </a:endParaRPr>
          </a:p>
        </p:txBody>
      </p:sp>
      <p:pic>
        <p:nvPicPr>
          <p:cNvPr id="5" name="Marcador de contenido 4">
            <a:extLst>
              <a:ext uri="{FF2B5EF4-FFF2-40B4-BE49-F238E27FC236}">
                <a16:creationId xmlns:a16="http://schemas.microsoft.com/office/drawing/2014/main" id="{6D05864D-1041-446E-B6B3-399B2E2B7C4F}"/>
              </a:ext>
            </a:extLst>
          </p:cNvPr>
          <p:cNvPicPr>
            <a:picLocks noGrp="1" noChangeAspect="1"/>
          </p:cNvPicPr>
          <p:nvPr>
            <p:ph sz="quarter" idx="11"/>
          </p:nvPr>
        </p:nvPicPr>
        <p:blipFill>
          <a:blip r:embed="rId2"/>
          <a:stretch>
            <a:fillRect/>
          </a:stretch>
        </p:blipFill>
        <p:spPr>
          <a:xfrm>
            <a:off x="6574204" y="4408356"/>
            <a:ext cx="4144628" cy="513797"/>
          </a:xfrm>
        </p:spPr>
      </p:pic>
      <p:sp>
        <p:nvSpPr>
          <p:cNvPr id="2" name="Marcador de número de diapositiva 1">
            <a:extLst>
              <a:ext uri="{FF2B5EF4-FFF2-40B4-BE49-F238E27FC236}">
                <a16:creationId xmlns:a16="http://schemas.microsoft.com/office/drawing/2014/main" id="{A0D691F9-A68D-4B50-BCCE-DFBD007EBD80}"/>
              </a:ext>
            </a:extLst>
          </p:cNvPr>
          <p:cNvSpPr>
            <a:spLocks noGrp="1"/>
          </p:cNvSpPr>
          <p:nvPr>
            <p:ph type="sldNum" sz="quarter" idx="4"/>
          </p:nvPr>
        </p:nvSpPr>
        <p:spPr/>
        <p:txBody>
          <a:bodyPr/>
          <a:lstStyle/>
          <a:p>
            <a:pPr rtl="0"/>
            <a:fld id="{B5CEABB6-07DC-46E8-9B57-56EC44A396E5}" type="slidenum">
              <a:rPr lang="es-ES" smtClean="0"/>
              <a:pPr rtl="0"/>
              <a:t>49</a:t>
            </a:fld>
            <a:endParaRPr lang="es-ES" dirty="0"/>
          </a:p>
        </p:txBody>
      </p:sp>
      <p:pic>
        <p:nvPicPr>
          <p:cNvPr id="7" name="Imagen 6">
            <a:extLst>
              <a:ext uri="{FF2B5EF4-FFF2-40B4-BE49-F238E27FC236}">
                <a16:creationId xmlns:a16="http://schemas.microsoft.com/office/drawing/2014/main" id="{4681385B-BD79-4E49-9CCC-2EDB614F8439}"/>
              </a:ext>
            </a:extLst>
          </p:cNvPr>
          <p:cNvPicPr>
            <a:picLocks noChangeAspect="1"/>
          </p:cNvPicPr>
          <p:nvPr/>
        </p:nvPicPr>
        <p:blipFill>
          <a:blip r:embed="rId3"/>
          <a:stretch>
            <a:fillRect/>
          </a:stretch>
        </p:blipFill>
        <p:spPr>
          <a:xfrm>
            <a:off x="6189170" y="1933852"/>
            <a:ext cx="4829693" cy="536632"/>
          </a:xfrm>
          <a:prstGeom prst="rect">
            <a:avLst/>
          </a:prstGeom>
        </p:spPr>
      </p:pic>
      <p:pic>
        <p:nvPicPr>
          <p:cNvPr id="8" name="Imagen 7">
            <a:extLst>
              <a:ext uri="{FF2B5EF4-FFF2-40B4-BE49-F238E27FC236}">
                <a16:creationId xmlns:a16="http://schemas.microsoft.com/office/drawing/2014/main" id="{13C24BC1-FF6A-4FD7-A3BA-06320D4B3067}"/>
              </a:ext>
            </a:extLst>
          </p:cNvPr>
          <p:cNvPicPr>
            <a:picLocks noChangeAspect="1"/>
          </p:cNvPicPr>
          <p:nvPr/>
        </p:nvPicPr>
        <p:blipFill>
          <a:blip r:embed="rId4"/>
          <a:stretch>
            <a:fillRect/>
          </a:stretch>
        </p:blipFill>
        <p:spPr>
          <a:xfrm>
            <a:off x="6377494" y="3209894"/>
            <a:ext cx="5332076" cy="525215"/>
          </a:xfrm>
          <a:prstGeom prst="rect">
            <a:avLst/>
          </a:prstGeom>
        </p:spPr>
      </p:pic>
      <p:sp>
        <p:nvSpPr>
          <p:cNvPr id="9" name="Título 4">
            <a:extLst>
              <a:ext uri="{FF2B5EF4-FFF2-40B4-BE49-F238E27FC236}">
                <a16:creationId xmlns:a16="http://schemas.microsoft.com/office/drawing/2014/main" id="{326CBDA7-B8B7-44AE-A4C9-81A74E0A8FA8}"/>
              </a:ext>
            </a:extLst>
          </p:cNvPr>
          <p:cNvSpPr>
            <a:spLocks noGrp="1"/>
          </p:cNvSpPr>
          <p:nvPr>
            <p:ph type="title"/>
          </p:nvPr>
        </p:nvSpPr>
        <p:spPr>
          <a:xfrm>
            <a:off x="891990" y="434225"/>
            <a:ext cx="9524998" cy="1499627"/>
          </a:xfrm>
        </p:spPr>
        <p:txBody>
          <a:bodyPr/>
          <a:lstStyle/>
          <a:p>
            <a:r>
              <a:rPr lang="es-ES" dirty="0"/>
              <a:t>Bloques de Entradas y salidas </a:t>
            </a:r>
            <a:endParaRPr lang="es-MX" dirty="0"/>
          </a:p>
        </p:txBody>
      </p:sp>
      <p:pic>
        <p:nvPicPr>
          <p:cNvPr id="10" name="Imagen 9">
            <a:extLst>
              <a:ext uri="{FF2B5EF4-FFF2-40B4-BE49-F238E27FC236}">
                <a16:creationId xmlns:a16="http://schemas.microsoft.com/office/drawing/2014/main" id="{0DD51F52-3B10-4E49-906B-66D0524D2AF6}"/>
              </a:ext>
            </a:extLst>
          </p:cNvPr>
          <p:cNvPicPr>
            <a:picLocks noChangeAspect="1"/>
          </p:cNvPicPr>
          <p:nvPr/>
        </p:nvPicPr>
        <p:blipFill>
          <a:blip r:embed="rId5"/>
          <a:stretch>
            <a:fillRect/>
          </a:stretch>
        </p:blipFill>
        <p:spPr>
          <a:xfrm>
            <a:off x="-7543" y="-25563"/>
            <a:ext cx="888053" cy="900000"/>
          </a:xfrm>
          <a:prstGeom prst="rect">
            <a:avLst/>
          </a:prstGeom>
        </p:spPr>
      </p:pic>
    </p:spTree>
    <p:extLst>
      <p:ext uri="{BB962C8B-B14F-4D97-AF65-F5344CB8AC3E}">
        <p14:creationId xmlns:p14="http://schemas.microsoft.com/office/powerpoint/2010/main" val="85893043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4">
            <a:extLst>
              <a:ext uri="{FF2B5EF4-FFF2-40B4-BE49-F238E27FC236}">
                <a16:creationId xmlns:a16="http://schemas.microsoft.com/office/drawing/2014/main" id="{44502753-8D89-46E8-84C8-0FD500EECD4D}"/>
              </a:ext>
            </a:extLst>
          </p:cNvPr>
          <p:cNvSpPr>
            <a:spLocks noGrp="1"/>
          </p:cNvSpPr>
          <p:nvPr>
            <p:ph type="title"/>
          </p:nvPr>
        </p:nvSpPr>
        <p:spPr/>
        <p:txBody>
          <a:bodyPr/>
          <a:lstStyle/>
          <a:p>
            <a:r>
              <a:rPr lang="es-ES" dirty="0"/>
              <a:t>Bloques de Movimiento</a:t>
            </a:r>
            <a:endParaRPr lang="es-MX" dirty="0"/>
          </a:p>
        </p:txBody>
      </p:sp>
      <p:sp>
        <p:nvSpPr>
          <p:cNvPr id="6" name="Marcador de contenido 5">
            <a:extLst>
              <a:ext uri="{FF2B5EF4-FFF2-40B4-BE49-F238E27FC236}">
                <a16:creationId xmlns:a16="http://schemas.microsoft.com/office/drawing/2014/main" id="{00653504-9548-4389-9CD8-2E4D3C63105D}"/>
              </a:ext>
            </a:extLst>
          </p:cNvPr>
          <p:cNvSpPr>
            <a:spLocks noGrp="1"/>
          </p:cNvSpPr>
          <p:nvPr>
            <p:ph sz="quarter" idx="10"/>
          </p:nvPr>
        </p:nvSpPr>
        <p:spPr>
          <a:xfrm>
            <a:off x="244928" y="2123126"/>
            <a:ext cx="6257366" cy="3914910"/>
          </a:xfrm>
        </p:spPr>
        <p:txBody>
          <a:bodyPr>
            <a:normAutofit/>
          </a:bodyPr>
          <a:lstStyle/>
          <a:p>
            <a:pPr marL="342900" indent="-342900">
              <a:buFont typeface="Arial" panose="020B0604020202020204" pitchFamily="34" charset="0"/>
              <a:buChar char="•"/>
            </a:pPr>
            <a:r>
              <a:rPr lang="es-ES" b="1" dirty="0"/>
              <a:t>Desplazarse al punto objetivo:</a:t>
            </a:r>
            <a:r>
              <a:rPr lang="es-ES" dirty="0"/>
              <a:t> Hace que el robot se mueva desde donde está hasta un punto específico. Después de poner el bloque en el programa, haz doble clic para ajustar opciones avanzadas. </a:t>
            </a:r>
          </a:p>
          <a:p>
            <a:pPr marL="342900" indent="-342900">
              <a:buFont typeface="Arial" panose="020B0604020202020204" pitchFamily="34" charset="0"/>
              <a:buChar char="•"/>
            </a:pPr>
            <a:r>
              <a:rPr lang="es-ES" b="1" dirty="0"/>
              <a:t>Desplazarse al punto de destino (con desplazamiento):</a:t>
            </a:r>
            <a:r>
              <a:rPr lang="es-ES" dirty="0"/>
              <a:t> Hace que el robot se mueva desde su posición actual hasta un punto específico, pero primero aplica un desplazamiento (un cambio de posición) antes de llegar al objetivo.</a:t>
            </a:r>
            <a:br>
              <a:rPr lang="es-ES" dirty="0"/>
            </a:br>
            <a:endParaRPr lang="es-MX" dirty="0"/>
          </a:p>
        </p:txBody>
      </p:sp>
      <p:pic>
        <p:nvPicPr>
          <p:cNvPr id="7" name="Marcador de contenido 6">
            <a:extLst>
              <a:ext uri="{FF2B5EF4-FFF2-40B4-BE49-F238E27FC236}">
                <a16:creationId xmlns:a16="http://schemas.microsoft.com/office/drawing/2014/main" id="{2F2F8DB1-5848-4050-A812-73510ED9EE9C}"/>
              </a:ext>
            </a:extLst>
          </p:cNvPr>
          <p:cNvPicPr>
            <a:picLocks noGrp="1" noChangeAspect="1"/>
          </p:cNvPicPr>
          <p:nvPr>
            <p:ph sz="quarter" idx="11"/>
          </p:nvPr>
        </p:nvPicPr>
        <p:blipFill>
          <a:blip r:embed="rId2"/>
          <a:stretch>
            <a:fillRect/>
          </a:stretch>
        </p:blipFill>
        <p:spPr>
          <a:xfrm>
            <a:off x="7355652" y="2520787"/>
            <a:ext cx="3453720" cy="569003"/>
          </a:xfrm>
        </p:spPr>
      </p:pic>
      <p:pic>
        <p:nvPicPr>
          <p:cNvPr id="10" name="Imagen 9">
            <a:extLst>
              <a:ext uri="{FF2B5EF4-FFF2-40B4-BE49-F238E27FC236}">
                <a16:creationId xmlns:a16="http://schemas.microsoft.com/office/drawing/2014/main" id="{9F650BA2-9CD8-408E-A8D4-698497788536}"/>
              </a:ext>
            </a:extLst>
          </p:cNvPr>
          <p:cNvPicPr>
            <a:picLocks noChangeAspect="1"/>
          </p:cNvPicPr>
          <p:nvPr/>
        </p:nvPicPr>
        <p:blipFill>
          <a:blip r:embed="rId3"/>
          <a:stretch>
            <a:fillRect/>
          </a:stretch>
        </p:blipFill>
        <p:spPr>
          <a:xfrm>
            <a:off x="6673174" y="3949581"/>
            <a:ext cx="5273898" cy="484029"/>
          </a:xfrm>
          <a:prstGeom prst="rect">
            <a:avLst/>
          </a:prstGeom>
        </p:spPr>
      </p:pic>
      <p:sp>
        <p:nvSpPr>
          <p:cNvPr id="2" name="Marcador de número de diapositiva 1">
            <a:extLst>
              <a:ext uri="{FF2B5EF4-FFF2-40B4-BE49-F238E27FC236}">
                <a16:creationId xmlns:a16="http://schemas.microsoft.com/office/drawing/2014/main" id="{ADEA35F0-17C1-4C19-BD80-E80DA52084DF}"/>
              </a:ext>
            </a:extLst>
          </p:cNvPr>
          <p:cNvSpPr>
            <a:spLocks noGrp="1"/>
          </p:cNvSpPr>
          <p:nvPr>
            <p:ph type="sldNum" sz="quarter" idx="4"/>
          </p:nvPr>
        </p:nvSpPr>
        <p:spPr/>
        <p:txBody>
          <a:bodyPr/>
          <a:lstStyle/>
          <a:p>
            <a:pPr rtl="0"/>
            <a:fld id="{B5CEABB6-07DC-46E8-9B57-56EC44A396E5}" type="slidenum">
              <a:rPr lang="es-ES" smtClean="0"/>
              <a:pPr rtl="0"/>
              <a:t>50</a:t>
            </a:fld>
            <a:endParaRPr lang="es-ES" dirty="0"/>
          </a:p>
        </p:txBody>
      </p:sp>
      <p:pic>
        <p:nvPicPr>
          <p:cNvPr id="8" name="Imagen 7">
            <a:extLst>
              <a:ext uri="{FF2B5EF4-FFF2-40B4-BE49-F238E27FC236}">
                <a16:creationId xmlns:a16="http://schemas.microsoft.com/office/drawing/2014/main" id="{80AB2EBD-561C-46DC-89AF-3BB2549EE627}"/>
              </a:ext>
            </a:extLst>
          </p:cNvPr>
          <p:cNvPicPr>
            <a:picLocks noChangeAspect="1"/>
          </p:cNvPicPr>
          <p:nvPr/>
        </p:nvPicPr>
        <p:blipFill>
          <a:blip r:embed="rId4"/>
          <a:stretch>
            <a:fillRect/>
          </a:stretch>
        </p:blipFill>
        <p:spPr>
          <a:xfrm>
            <a:off x="-7543" y="-25563"/>
            <a:ext cx="888053" cy="900000"/>
          </a:xfrm>
          <a:prstGeom prst="rect">
            <a:avLst/>
          </a:prstGeom>
        </p:spPr>
      </p:pic>
    </p:spTree>
    <p:extLst>
      <p:ext uri="{BB962C8B-B14F-4D97-AF65-F5344CB8AC3E}">
        <p14:creationId xmlns:p14="http://schemas.microsoft.com/office/powerpoint/2010/main" val="378704769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4">
            <a:extLst>
              <a:ext uri="{FF2B5EF4-FFF2-40B4-BE49-F238E27FC236}">
                <a16:creationId xmlns:a16="http://schemas.microsoft.com/office/drawing/2014/main" id="{44502753-8D89-46E8-84C8-0FD500EECD4D}"/>
              </a:ext>
            </a:extLst>
          </p:cNvPr>
          <p:cNvSpPr>
            <a:spLocks noGrp="1"/>
          </p:cNvSpPr>
          <p:nvPr>
            <p:ph type="title"/>
          </p:nvPr>
        </p:nvSpPr>
        <p:spPr/>
        <p:txBody>
          <a:bodyPr/>
          <a:lstStyle/>
          <a:p>
            <a:r>
              <a:rPr lang="es-ES" dirty="0"/>
              <a:t>Bloques de Movimiento</a:t>
            </a:r>
            <a:endParaRPr lang="es-MX" dirty="0"/>
          </a:p>
        </p:txBody>
      </p:sp>
      <p:sp>
        <p:nvSpPr>
          <p:cNvPr id="6" name="Marcador de contenido 5">
            <a:extLst>
              <a:ext uri="{FF2B5EF4-FFF2-40B4-BE49-F238E27FC236}">
                <a16:creationId xmlns:a16="http://schemas.microsoft.com/office/drawing/2014/main" id="{00653504-9548-4389-9CD8-2E4D3C63105D}"/>
              </a:ext>
            </a:extLst>
          </p:cNvPr>
          <p:cNvSpPr>
            <a:spLocks noGrp="1"/>
          </p:cNvSpPr>
          <p:nvPr>
            <p:ph sz="quarter" idx="10"/>
          </p:nvPr>
        </p:nvSpPr>
        <p:spPr>
          <a:xfrm>
            <a:off x="244928" y="2123126"/>
            <a:ext cx="6257366" cy="3914910"/>
          </a:xfrm>
        </p:spPr>
        <p:txBody>
          <a:bodyPr>
            <a:normAutofit/>
          </a:bodyPr>
          <a:lstStyle/>
          <a:p>
            <a:pPr marL="342900" indent="-342900">
              <a:buFont typeface="Arial" panose="020B0604020202020204" pitchFamily="34" charset="0"/>
              <a:buChar char="•"/>
            </a:pPr>
            <a:r>
              <a:rPr lang="es-ES" b="1" dirty="0"/>
              <a:t>Movimiento de salto:</a:t>
            </a:r>
            <a:r>
              <a:rPr lang="es-ES" dirty="0"/>
              <a:t> El robot se mueve rápido desde donde está hasta un punto destino dentro del sistema de coordenadas cartesianas, usando un modo llamado "puerta".</a:t>
            </a:r>
          </a:p>
          <a:p>
            <a:pPr marL="342900" indent="-342900">
              <a:buFont typeface="Arial" panose="020B0604020202020204" pitchFamily="34" charset="0"/>
              <a:buChar char="•"/>
            </a:pPr>
            <a:r>
              <a:rPr lang="es-ES" b="1" dirty="0"/>
              <a:t>Movimiento de salto (con parámetros predefinidos):</a:t>
            </a:r>
            <a:r>
              <a:rPr lang="es-ES" dirty="0"/>
              <a:t> El robot se mueve rápido desde su posición actual hasta el destino, usando ajustes de salto que ya están configurados.</a:t>
            </a:r>
            <a:endParaRPr lang="es-MX" dirty="0"/>
          </a:p>
        </p:txBody>
      </p:sp>
      <p:pic>
        <p:nvPicPr>
          <p:cNvPr id="13" name="Imagen 12">
            <a:extLst>
              <a:ext uri="{FF2B5EF4-FFF2-40B4-BE49-F238E27FC236}">
                <a16:creationId xmlns:a16="http://schemas.microsoft.com/office/drawing/2014/main" id="{FA19273A-596A-4902-A083-A9A8ED67E8F6}"/>
              </a:ext>
            </a:extLst>
          </p:cNvPr>
          <p:cNvPicPr>
            <a:picLocks noChangeAspect="1"/>
          </p:cNvPicPr>
          <p:nvPr/>
        </p:nvPicPr>
        <p:blipFill>
          <a:blip r:embed="rId2"/>
          <a:stretch>
            <a:fillRect/>
          </a:stretch>
        </p:blipFill>
        <p:spPr>
          <a:xfrm>
            <a:off x="6616246" y="2347756"/>
            <a:ext cx="5330826" cy="296907"/>
          </a:xfrm>
          <a:prstGeom prst="rect">
            <a:avLst/>
          </a:prstGeom>
        </p:spPr>
      </p:pic>
      <p:pic>
        <p:nvPicPr>
          <p:cNvPr id="16" name="Imagen 15">
            <a:extLst>
              <a:ext uri="{FF2B5EF4-FFF2-40B4-BE49-F238E27FC236}">
                <a16:creationId xmlns:a16="http://schemas.microsoft.com/office/drawing/2014/main" id="{68B20C7E-8192-4F84-81AE-A5EDC444A490}"/>
              </a:ext>
            </a:extLst>
          </p:cNvPr>
          <p:cNvPicPr>
            <a:picLocks noChangeAspect="1"/>
          </p:cNvPicPr>
          <p:nvPr/>
        </p:nvPicPr>
        <p:blipFill>
          <a:blip r:embed="rId3"/>
          <a:stretch>
            <a:fillRect/>
          </a:stretch>
        </p:blipFill>
        <p:spPr>
          <a:xfrm>
            <a:off x="7000103" y="3975180"/>
            <a:ext cx="4563112" cy="476316"/>
          </a:xfrm>
          <a:prstGeom prst="rect">
            <a:avLst/>
          </a:prstGeom>
        </p:spPr>
      </p:pic>
      <p:sp>
        <p:nvSpPr>
          <p:cNvPr id="2" name="Marcador de número de diapositiva 1">
            <a:extLst>
              <a:ext uri="{FF2B5EF4-FFF2-40B4-BE49-F238E27FC236}">
                <a16:creationId xmlns:a16="http://schemas.microsoft.com/office/drawing/2014/main" id="{ADEA35F0-17C1-4C19-BD80-E80DA52084DF}"/>
              </a:ext>
            </a:extLst>
          </p:cNvPr>
          <p:cNvSpPr>
            <a:spLocks noGrp="1"/>
          </p:cNvSpPr>
          <p:nvPr>
            <p:ph type="sldNum" sz="quarter" idx="4"/>
          </p:nvPr>
        </p:nvSpPr>
        <p:spPr/>
        <p:txBody>
          <a:bodyPr/>
          <a:lstStyle/>
          <a:p>
            <a:pPr rtl="0"/>
            <a:fld id="{B5CEABB6-07DC-46E8-9B57-56EC44A396E5}" type="slidenum">
              <a:rPr lang="es-ES" smtClean="0"/>
              <a:pPr rtl="0"/>
              <a:t>51</a:t>
            </a:fld>
            <a:endParaRPr lang="es-ES" dirty="0"/>
          </a:p>
        </p:txBody>
      </p:sp>
      <p:pic>
        <p:nvPicPr>
          <p:cNvPr id="7" name="Imagen 6">
            <a:extLst>
              <a:ext uri="{FF2B5EF4-FFF2-40B4-BE49-F238E27FC236}">
                <a16:creationId xmlns:a16="http://schemas.microsoft.com/office/drawing/2014/main" id="{3CA95E77-FEE7-40AD-BA4B-AFA7FE8F4384}"/>
              </a:ext>
            </a:extLst>
          </p:cNvPr>
          <p:cNvPicPr>
            <a:picLocks noChangeAspect="1"/>
          </p:cNvPicPr>
          <p:nvPr/>
        </p:nvPicPr>
        <p:blipFill>
          <a:blip r:embed="rId4"/>
          <a:stretch>
            <a:fillRect/>
          </a:stretch>
        </p:blipFill>
        <p:spPr>
          <a:xfrm>
            <a:off x="-7543" y="-25563"/>
            <a:ext cx="888053" cy="900000"/>
          </a:xfrm>
          <a:prstGeom prst="rect">
            <a:avLst/>
          </a:prstGeom>
        </p:spPr>
      </p:pic>
    </p:spTree>
    <p:extLst>
      <p:ext uri="{BB962C8B-B14F-4D97-AF65-F5344CB8AC3E}">
        <p14:creationId xmlns:p14="http://schemas.microsoft.com/office/powerpoint/2010/main" val="298353692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Marcador de contenido 5">
            <a:extLst>
              <a:ext uri="{FF2B5EF4-FFF2-40B4-BE49-F238E27FC236}">
                <a16:creationId xmlns:a16="http://schemas.microsoft.com/office/drawing/2014/main" id="{34E24264-76B7-4CEE-89C8-7ED41180125D}"/>
              </a:ext>
            </a:extLst>
          </p:cNvPr>
          <p:cNvSpPr>
            <a:spLocks noGrp="1"/>
          </p:cNvSpPr>
          <p:nvPr>
            <p:ph sz="quarter" idx="10"/>
          </p:nvPr>
        </p:nvSpPr>
        <p:spPr>
          <a:xfrm>
            <a:off x="403580" y="1595528"/>
            <a:ext cx="5755341" cy="6196404"/>
          </a:xfrm>
        </p:spPr>
        <p:txBody>
          <a:bodyPr>
            <a:normAutofit/>
          </a:bodyPr>
          <a:lstStyle/>
          <a:p>
            <a:r>
              <a:rPr lang="es-ES" sz="2000" b="1" dirty="0"/>
              <a:t>Movimiento circular:</a:t>
            </a:r>
            <a:r>
              <a:rPr lang="es-ES" sz="2000" dirty="0"/>
              <a:t> </a:t>
            </a:r>
            <a:r>
              <a:rPr lang="es-ES" dirty="0"/>
              <a:t>Hace que el brazo del robot se mueva en un círculo completo desde donde está, y luego regrese al mismo lugar después de dar una cierta cantidad de vueltas. Para que funcione, la posición inicial no debe estar en línea recta con los otros dos puntos del círculo.</a:t>
            </a:r>
            <a:endParaRPr lang="es-ES" sz="2000" dirty="0"/>
          </a:p>
          <a:p>
            <a:r>
              <a:rPr lang="es-ES" sz="2000" b="1" dirty="0"/>
              <a:t>Movimiento en arco:</a:t>
            </a:r>
            <a:r>
              <a:rPr lang="es-ES" sz="2000" dirty="0"/>
              <a:t> </a:t>
            </a:r>
            <a:r>
              <a:rPr lang="es-ES" dirty="0"/>
              <a:t>Hace que el brazo del robot se mueva siguiendo una trayectoria curva (en forma de arco) desde su posición actual hasta un punto final. También necesita que la posición inicial no esté en línea recta con los otros dos puntos.</a:t>
            </a:r>
          </a:p>
          <a:p>
            <a:endParaRPr lang="es-ES" sz="2400" i="0" dirty="0">
              <a:solidFill>
                <a:srgbClr val="111111"/>
              </a:solidFill>
              <a:effectLst/>
              <a:latin typeface="Roboto" panose="02000000000000000000" pitchFamily="2" charset="0"/>
            </a:endParaRPr>
          </a:p>
        </p:txBody>
      </p:sp>
      <p:pic>
        <p:nvPicPr>
          <p:cNvPr id="5" name="Marcador de contenido 4">
            <a:extLst>
              <a:ext uri="{FF2B5EF4-FFF2-40B4-BE49-F238E27FC236}">
                <a16:creationId xmlns:a16="http://schemas.microsoft.com/office/drawing/2014/main" id="{DB0291CA-334A-45F2-B090-E12C0C318DA9}"/>
              </a:ext>
            </a:extLst>
          </p:cNvPr>
          <p:cNvPicPr>
            <a:picLocks noGrp="1" noChangeAspect="1"/>
          </p:cNvPicPr>
          <p:nvPr>
            <p:ph sz="quarter" idx="11"/>
          </p:nvPr>
        </p:nvPicPr>
        <p:blipFill>
          <a:blip r:embed="rId2"/>
          <a:stretch>
            <a:fillRect/>
          </a:stretch>
        </p:blipFill>
        <p:spPr>
          <a:xfrm>
            <a:off x="6667396" y="2400202"/>
            <a:ext cx="4992687" cy="392224"/>
          </a:xfrm>
        </p:spPr>
      </p:pic>
      <p:pic>
        <p:nvPicPr>
          <p:cNvPr id="9" name="Imagen 8">
            <a:extLst>
              <a:ext uri="{FF2B5EF4-FFF2-40B4-BE49-F238E27FC236}">
                <a16:creationId xmlns:a16="http://schemas.microsoft.com/office/drawing/2014/main" id="{DE2DDD72-2BC1-4B90-B9A7-AA2F9EF641B0}"/>
              </a:ext>
            </a:extLst>
          </p:cNvPr>
          <p:cNvPicPr>
            <a:picLocks noChangeAspect="1"/>
          </p:cNvPicPr>
          <p:nvPr/>
        </p:nvPicPr>
        <p:blipFill>
          <a:blip r:embed="rId3"/>
          <a:stretch>
            <a:fillRect/>
          </a:stretch>
        </p:blipFill>
        <p:spPr>
          <a:xfrm>
            <a:off x="6549476" y="4924149"/>
            <a:ext cx="4982270" cy="447737"/>
          </a:xfrm>
          <a:prstGeom prst="rect">
            <a:avLst/>
          </a:prstGeom>
        </p:spPr>
      </p:pic>
      <p:sp>
        <p:nvSpPr>
          <p:cNvPr id="2" name="Marcador de número de diapositiva 1">
            <a:extLst>
              <a:ext uri="{FF2B5EF4-FFF2-40B4-BE49-F238E27FC236}">
                <a16:creationId xmlns:a16="http://schemas.microsoft.com/office/drawing/2014/main" id="{82E588C3-3A30-40B4-A500-B45716D6B32D}"/>
              </a:ext>
            </a:extLst>
          </p:cNvPr>
          <p:cNvSpPr>
            <a:spLocks noGrp="1"/>
          </p:cNvSpPr>
          <p:nvPr>
            <p:ph type="sldNum" sz="quarter" idx="4"/>
          </p:nvPr>
        </p:nvSpPr>
        <p:spPr/>
        <p:txBody>
          <a:bodyPr/>
          <a:lstStyle/>
          <a:p>
            <a:pPr rtl="0"/>
            <a:fld id="{B5CEABB6-07DC-46E8-9B57-56EC44A396E5}" type="slidenum">
              <a:rPr lang="es-ES" smtClean="0"/>
              <a:pPr rtl="0"/>
              <a:t>52</a:t>
            </a:fld>
            <a:endParaRPr lang="es-ES" dirty="0"/>
          </a:p>
        </p:txBody>
      </p:sp>
      <p:sp>
        <p:nvSpPr>
          <p:cNvPr id="7" name="Título 4">
            <a:extLst>
              <a:ext uri="{FF2B5EF4-FFF2-40B4-BE49-F238E27FC236}">
                <a16:creationId xmlns:a16="http://schemas.microsoft.com/office/drawing/2014/main" id="{0195482D-81EB-4E7B-84A6-CFE310B3C278}"/>
              </a:ext>
            </a:extLst>
          </p:cNvPr>
          <p:cNvSpPr>
            <a:spLocks noGrp="1"/>
          </p:cNvSpPr>
          <p:nvPr>
            <p:ph type="title"/>
          </p:nvPr>
        </p:nvSpPr>
        <p:spPr>
          <a:xfrm>
            <a:off x="891990" y="434225"/>
            <a:ext cx="9524998" cy="1499627"/>
          </a:xfrm>
        </p:spPr>
        <p:txBody>
          <a:bodyPr/>
          <a:lstStyle/>
          <a:p>
            <a:r>
              <a:rPr lang="es-ES" dirty="0"/>
              <a:t>Bloques de Movimiento</a:t>
            </a:r>
            <a:endParaRPr lang="es-MX" dirty="0"/>
          </a:p>
        </p:txBody>
      </p:sp>
      <p:pic>
        <p:nvPicPr>
          <p:cNvPr id="8" name="Imagen 7">
            <a:extLst>
              <a:ext uri="{FF2B5EF4-FFF2-40B4-BE49-F238E27FC236}">
                <a16:creationId xmlns:a16="http://schemas.microsoft.com/office/drawing/2014/main" id="{7F870D73-F2BF-41E7-AA13-8595964969FE}"/>
              </a:ext>
            </a:extLst>
          </p:cNvPr>
          <p:cNvPicPr>
            <a:picLocks noChangeAspect="1"/>
          </p:cNvPicPr>
          <p:nvPr/>
        </p:nvPicPr>
        <p:blipFill>
          <a:blip r:embed="rId4"/>
          <a:stretch>
            <a:fillRect/>
          </a:stretch>
        </p:blipFill>
        <p:spPr>
          <a:xfrm>
            <a:off x="-7543" y="-25563"/>
            <a:ext cx="888053" cy="900000"/>
          </a:xfrm>
          <a:prstGeom prst="rect">
            <a:avLst/>
          </a:prstGeom>
        </p:spPr>
      </p:pic>
    </p:spTree>
    <p:extLst>
      <p:ext uri="{BB962C8B-B14F-4D97-AF65-F5344CB8AC3E}">
        <p14:creationId xmlns:p14="http://schemas.microsoft.com/office/powerpoint/2010/main" val="214101638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Marcador de contenido 5">
            <a:extLst>
              <a:ext uri="{FF2B5EF4-FFF2-40B4-BE49-F238E27FC236}">
                <a16:creationId xmlns:a16="http://schemas.microsoft.com/office/drawing/2014/main" id="{34E24264-76B7-4CEE-89C8-7ED41180125D}"/>
              </a:ext>
            </a:extLst>
          </p:cNvPr>
          <p:cNvSpPr>
            <a:spLocks noGrp="1"/>
          </p:cNvSpPr>
          <p:nvPr>
            <p:ph sz="quarter" idx="10"/>
          </p:nvPr>
        </p:nvSpPr>
        <p:spPr>
          <a:xfrm>
            <a:off x="653846" y="1933852"/>
            <a:ext cx="5755341" cy="6196404"/>
          </a:xfrm>
        </p:spPr>
        <p:txBody>
          <a:bodyPr>
            <a:normAutofit/>
          </a:bodyPr>
          <a:lstStyle/>
          <a:p>
            <a:r>
              <a:rPr lang="es-ES" sz="2400" b="1" dirty="0"/>
              <a:t>Gestionar el movimiento de la articulación auxiliar:</a:t>
            </a:r>
            <a:r>
              <a:rPr lang="es-ES" sz="2400" dirty="0"/>
              <a:t> </a:t>
            </a:r>
            <a:r>
              <a:rPr lang="es-ES" sz="2000" dirty="0"/>
              <a:t>Controla el movimiento de una parte extra del robot (llamada articulación auxiliar). Solo se puede usar si ya se ha instalado y configurado esa parte.</a:t>
            </a:r>
          </a:p>
          <a:p>
            <a:r>
              <a:rPr lang="es-ES" sz="2400" b="1" dirty="0"/>
              <a:t>Configurar la proporción de aceleración conjunta:</a:t>
            </a:r>
            <a:r>
              <a:rPr lang="es-ES" sz="2400" dirty="0"/>
              <a:t> </a:t>
            </a:r>
            <a:r>
              <a:rPr lang="es-ES" sz="2000" dirty="0"/>
              <a:t>Ajusta qué tan rápido acelera la articulación del robot cuando se mueve.</a:t>
            </a:r>
          </a:p>
          <a:p>
            <a:pPr marL="0" indent="0">
              <a:buNone/>
            </a:pPr>
            <a:br>
              <a:rPr lang="es-ES" sz="2000" dirty="0"/>
            </a:br>
            <a:endParaRPr lang="es-ES" sz="2800" b="1" i="0" dirty="0">
              <a:solidFill>
                <a:srgbClr val="111111"/>
              </a:solidFill>
              <a:effectLst/>
              <a:latin typeface="Roboto" panose="02000000000000000000" pitchFamily="2" charset="0"/>
            </a:endParaRPr>
          </a:p>
        </p:txBody>
      </p:sp>
      <p:pic>
        <p:nvPicPr>
          <p:cNvPr id="8" name="Marcador de contenido 7">
            <a:extLst>
              <a:ext uri="{FF2B5EF4-FFF2-40B4-BE49-F238E27FC236}">
                <a16:creationId xmlns:a16="http://schemas.microsoft.com/office/drawing/2014/main" id="{7A7881AD-95D1-4764-B9BA-E4EF5CD38892}"/>
              </a:ext>
            </a:extLst>
          </p:cNvPr>
          <p:cNvPicPr>
            <a:picLocks noGrp="1" noChangeAspect="1"/>
          </p:cNvPicPr>
          <p:nvPr>
            <p:ph sz="quarter" idx="11"/>
          </p:nvPr>
        </p:nvPicPr>
        <p:blipFill>
          <a:blip r:embed="rId2"/>
          <a:stretch>
            <a:fillRect/>
          </a:stretch>
        </p:blipFill>
        <p:spPr>
          <a:xfrm>
            <a:off x="6665863" y="2671448"/>
            <a:ext cx="4992687" cy="382874"/>
          </a:xfrm>
        </p:spPr>
      </p:pic>
      <p:pic>
        <p:nvPicPr>
          <p:cNvPr id="11" name="Imagen 10">
            <a:extLst>
              <a:ext uri="{FF2B5EF4-FFF2-40B4-BE49-F238E27FC236}">
                <a16:creationId xmlns:a16="http://schemas.microsoft.com/office/drawing/2014/main" id="{567D5032-3620-40D4-A812-CF5C85A7E4E1}"/>
              </a:ext>
            </a:extLst>
          </p:cNvPr>
          <p:cNvPicPr>
            <a:picLocks noChangeAspect="1"/>
          </p:cNvPicPr>
          <p:nvPr/>
        </p:nvPicPr>
        <p:blipFill>
          <a:blip r:embed="rId3"/>
          <a:stretch>
            <a:fillRect/>
          </a:stretch>
        </p:blipFill>
        <p:spPr>
          <a:xfrm>
            <a:off x="7593272" y="4061158"/>
            <a:ext cx="3137870" cy="606479"/>
          </a:xfrm>
          <a:prstGeom prst="rect">
            <a:avLst/>
          </a:prstGeom>
        </p:spPr>
      </p:pic>
      <p:sp>
        <p:nvSpPr>
          <p:cNvPr id="2" name="Marcador de número de diapositiva 1">
            <a:extLst>
              <a:ext uri="{FF2B5EF4-FFF2-40B4-BE49-F238E27FC236}">
                <a16:creationId xmlns:a16="http://schemas.microsoft.com/office/drawing/2014/main" id="{59C15451-E22F-4345-A262-9A83B2A1BDAB}"/>
              </a:ext>
            </a:extLst>
          </p:cNvPr>
          <p:cNvSpPr>
            <a:spLocks noGrp="1"/>
          </p:cNvSpPr>
          <p:nvPr>
            <p:ph type="sldNum" sz="quarter" idx="4"/>
          </p:nvPr>
        </p:nvSpPr>
        <p:spPr/>
        <p:txBody>
          <a:bodyPr/>
          <a:lstStyle/>
          <a:p>
            <a:pPr rtl="0"/>
            <a:fld id="{B5CEABB6-07DC-46E8-9B57-56EC44A396E5}" type="slidenum">
              <a:rPr lang="es-ES" smtClean="0"/>
              <a:pPr rtl="0"/>
              <a:t>53</a:t>
            </a:fld>
            <a:endParaRPr lang="es-ES" dirty="0"/>
          </a:p>
        </p:txBody>
      </p:sp>
      <p:sp>
        <p:nvSpPr>
          <p:cNvPr id="9" name="Título 4">
            <a:extLst>
              <a:ext uri="{FF2B5EF4-FFF2-40B4-BE49-F238E27FC236}">
                <a16:creationId xmlns:a16="http://schemas.microsoft.com/office/drawing/2014/main" id="{0AB696F7-F648-43E2-9990-FFE32DE1908E}"/>
              </a:ext>
            </a:extLst>
          </p:cNvPr>
          <p:cNvSpPr>
            <a:spLocks noGrp="1"/>
          </p:cNvSpPr>
          <p:nvPr>
            <p:ph type="title"/>
          </p:nvPr>
        </p:nvSpPr>
        <p:spPr>
          <a:xfrm>
            <a:off x="891990" y="434225"/>
            <a:ext cx="9524998" cy="1499627"/>
          </a:xfrm>
        </p:spPr>
        <p:txBody>
          <a:bodyPr/>
          <a:lstStyle/>
          <a:p>
            <a:r>
              <a:rPr lang="es-ES" dirty="0"/>
              <a:t>Bloques de Movimiento</a:t>
            </a:r>
            <a:endParaRPr lang="es-MX" dirty="0"/>
          </a:p>
        </p:txBody>
      </p:sp>
      <p:pic>
        <p:nvPicPr>
          <p:cNvPr id="7" name="Imagen 6">
            <a:extLst>
              <a:ext uri="{FF2B5EF4-FFF2-40B4-BE49-F238E27FC236}">
                <a16:creationId xmlns:a16="http://schemas.microsoft.com/office/drawing/2014/main" id="{981FE9F4-C9A1-4C9F-A61D-CEADC21825FA}"/>
              </a:ext>
            </a:extLst>
          </p:cNvPr>
          <p:cNvPicPr>
            <a:picLocks noChangeAspect="1"/>
          </p:cNvPicPr>
          <p:nvPr/>
        </p:nvPicPr>
        <p:blipFill>
          <a:blip r:embed="rId4"/>
          <a:stretch>
            <a:fillRect/>
          </a:stretch>
        </p:blipFill>
        <p:spPr>
          <a:xfrm>
            <a:off x="-7543" y="-25563"/>
            <a:ext cx="888053" cy="900000"/>
          </a:xfrm>
          <a:prstGeom prst="rect">
            <a:avLst/>
          </a:prstGeom>
        </p:spPr>
      </p:pic>
    </p:spTree>
    <p:extLst>
      <p:ext uri="{BB962C8B-B14F-4D97-AF65-F5344CB8AC3E}">
        <p14:creationId xmlns:p14="http://schemas.microsoft.com/office/powerpoint/2010/main" val="260500066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Marcador de contenido 5">
            <a:extLst>
              <a:ext uri="{FF2B5EF4-FFF2-40B4-BE49-F238E27FC236}">
                <a16:creationId xmlns:a16="http://schemas.microsoft.com/office/drawing/2014/main" id="{34E24264-76B7-4CEE-89C8-7ED41180125D}"/>
              </a:ext>
            </a:extLst>
          </p:cNvPr>
          <p:cNvSpPr>
            <a:spLocks noGrp="1"/>
          </p:cNvSpPr>
          <p:nvPr>
            <p:ph sz="quarter" idx="10"/>
          </p:nvPr>
        </p:nvSpPr>
        <p:spPr>
          <a:xfrm>
            <a:off x="887318" y="2325392"/>
            <a:ext cx="5755341" cy="6196404"/>
          </a:xfrm>
        </p:spPr>
        <p:txBody>
          <a:bodyPr>
            <a:normAutofit/>
          </a:bodyPr>
          <a:lstStyle/>
          <a:p>
            <a:r>
              <a:rPr lang="es-ES" sz="2400" b="1" dirty="0"/>
              <a:t>Configurar la proporción de velocidad conjunta:</a:t>
            </a:r>
            <a:r>
              <a:rPr lang="es-ES" sz="2400" dirty="0"/>
              <a:t> </a:t>
            </a:r>
            <a:r>
              <a:rPr lang="es-ES" sz="2000" dirty="0"/>
              <a:t>Ajusta qué tan rápido se mueven las articulaciones del robot durante un movimiento.</a:t>
            </a:r>
          </a:p>
          <a:p>
            <a:r>
              <a:rPr lang="es-ES" sz="2400" b="1" dirty="0"/>
              <a:t>Configurar la proporción de aceleración lineal:</a:t>
            </a:r>
            <a:r>
              <a:rPr lang="es-ES" sz="2400" dirty="0"/>
              <a:t> </a:t>
            </a:r>
            <a:r>
              <a:rPr lang="es-ES" sz="2000" dirty="0"/>
              <a:t>Controla qué tan rápido aumenta la velocidad cuando el robot se mueve en línea recta o en una trayectoria curva (en arco)</a:t>
            </a:r>
          </a:p>
          <a:p>
            <a:endParaRPr lang="es-ES" sz="3200" b="1" i="0" dirty="0">
              <a:solidFill>
                <a:srgbClr val="111111"/>
              </a:solidFill>
              <a:effectLst/>
              <a:latin typeface="Roboto" panose="02000000000000000000" pitchFamily="2" charset="0"/>
            </a:endParaRPr>
          </a:p>
        </p:txBody>
      </p:sp>
      <p:pic>
        <p:nvPicPr>
          <p:cNvPr id="15" name="Imagen 14">
            <a:extLst>
              <a:ext uri="{FF2B5EF4-FFF2-40B4-BE49-F238E27FC236}">
                <a16:creationId xmlns:a16="http://schemas.microsoft.com/office/drawing/2014/main" id="{50652562-6DCE-4468-87D6-637B9241C6BC}"/>
              </a:ext>
            </a:extLst>
          </p:cNvPr>
          <p:cNvPicPr>
            <a:picLocks noChangeAspect="1"/>
          </p:cNvPicPr>
          <p:nvPr/>
        </p:nvPicPr>
        <p:blipFill>
          <a:blip r:embed="rId2"/>
          <a:stretch>
            <a:fillRect/>
          </a:stretch>
        </p:blipFill>
        <p:spPr>
          <a:xfrm>
            <a:off x="7720403" y="2769004"/>
            <a:ext cx="2947771" cy="606479"/>
          </a:xfrm>
          <a:prstGeom prst="rect">
            <a:avLst/>
          </a:prstGeom>
        </p:spPr>
      </p:pic>
      <p:pic>
        <p:nvPicPr>
          <p:cNvPr id="18" name="Imagen 17">
            <a:extLst>
              <a:ext uri="{FF2B5EF4-FFF2-40B4-BE49-F238E27FC236}">
                <a16:creationId xmlns:a16="http://schemas.microsoft.com/office/drawing/2014/main" id="{364E37B7-C7D4-452F-BFA5-D2E87E9C821C}"/>
              </a:ext>
            </a:extLst>
          </p:cNvPr>
          <p:cNvPicPr>
            <a:picLocks noChangeAspect="1"/>
          </p:cNvPicPr>
          <p:nvPr/>
        </p:nvPicPr>
        <p:blipFill>
          <a:blip r:embed="rId3"/>
          <a:stretch>
            <a:fillRect/>
          </a:stretch>
        </p:blipFill>
        <p:spPr>
          <a:xfrm>
            <a:off x="7360416" y="4079184"/>
            <a:ext cx="3667747" cy="606478"/>
          </a:xfrm>
          <a:prstGeom prst="rect">
            <a:avLst/>
          </a:prstGeom>
        </p:spPr>
      </p:pic>
      <p:sp>
        <p:nvSpPr>
          <p:cNvPr id="2" name="Marcador de número de diapositiva 1">
            <a:extLst>
              <a:ext uri="{FF2B5EF4-FFF2-40B4-BE49-F238E27FC236}">
                <a16:creationId xmlns:a16="http://schemas.microsoft.com/office/drawing/2014/main" id="{59C15451-E22F-4345-A262-9A83B2A1BDAB}"/>
              </a:ext>
            </a:extLst>
          </p:cNvPr>
          <p:cNvSpPr>
            <a:spLocks noGrp="1"/>
          </p:cNvSpPr>
          <p:nvPr>
            <p:ph type="sldNum" sz="quarter" idx="4"/>
          </p:nvPr>
        </p:nvSpPr>
        <p:spPr/>
        <p:txBody>
          <a:bodyPr/>
          <a:lstStyle/>
          <a:p>
            <a:pPr rtl="0"/>
            <a:fld id="{B5CEABB6-07DC-46E8-9B57-56EC44A396E5}" type="slidenum">
              <a:rPr lang="es-ES" smtClean="0"/>
              <a:pPr rtl="0"/>
              <a:t>54</a:t>
            </a:fld>
            <a:endParaRPr lang="es-ES" dirty="0"/>
          </a:p>
        </p:txBody>
      </p:sp>
      <p:sp>
        <p:nvSpPr>
          <p:cNvPr id="10" name="Título 4">
            <a:extLst>
              <a:ext uri="{FF2B5EF4-FFF2-40B4-BE49-F238E27FC236}">
                <a16:creationId xmlns:a16="http://schemas.microsoft.com/office/drawing/2014/main" id="{FCF95018-F483-41A8-9666-148A318C34A1}"/>
              </a:ext>
            </a:extLst>
          </p:cNvPr>
          <p:cNvSpPr>
            <a:spLocks noGrp="1"/>
          </p:cNvSpPr>
          <p:nvPr>
            <p:ph type="title"/>
          </p:nvPr>
        </p:nvSpPr>
        <p:spPr>
          <a:xfrm>
            <a:off x="891990" y="434225"/>
            <a:ext cx="9524998" cy="1499627"/>
          </a:xfrm>
        </p:spPr>
        <p:txBody>
          <a:bodyPr/>
          <a:lstStyle/>
          <a:p>
            <a:r>
              <a:rPr lang="es-ES" dirty="0"/>
              <a:t>Bloques de Movimiento</a:t>
            </a:r>
            <a:endParaRPr lang="es-MX" dirty="0"/>
          </a:p>
        </p:txBody>
      </p:sp>
      <p:pic>
        <p:nvPicPr>
          <p:cNvPr id="7" name="Imagen 6">
            <a:extLst>
              <a:ext uri="{FF2B5EF4-FFF2-40B4-BE49-F238E27FC236}">
                <a16:creationId xmlns:a16="http://schemas.microsoft.com/office/drawing/2014/main" id="{E1EC746C-F382-481E-8D73-5FAD402B9B89}"/>
              </a:ext>
            </a:extLst>
          </p:cNvPr>
          <p:cNvPicPr>
            <a:picLocks noChangeAspect="1"/>
          </p:cNvPicPr>
          <p:nvPr/>
        </p:nvPicPr>
        <p:blipFill>
          <a:blip r:embed="rId4"/>
          <a:stretch>
            <a:fillRect/>
          </a:stretch>
        </p:blipFill>
        <p:spPr>
          <a:xfrm>
            <a:off x="-7543" y="-25563"/>
            <a:ext cx="888053" cy="900000"/>
          </a:xfrm>
          <a:prstGeom prst="rect">
            <a:avLst/>
          </a:prstGeom>
        </p:spPr>
      </p:pic>
    </p:spTree>
    <p:extLst>
      <p:ext uri="{BB962C8B-B14F-4D97-AF65-F5344CB8AC3E}">
        <p14:creationId xmlns:p14="http://schemas.microsoft.com/office/powerpoint/2010/main" val="225980258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Marcador de contenido 5">
            <a:extLst>
              <a:ext uri="{FF2B5EF4-FFF2-40B4-BE49-F238E27FC236}">
                <a16:creationId xmlns:a16="http://schemas.microsoft.com/office/drawing/2014/main" id="{34E24264-76B7-4CEE-89C8-7ED41180125D}"/>
              </a:ext>
            </a:extLst>
          </p:cNvPr>
          <p:cNvSpPr>
            <a:spLocks noGrp="1"/>
          </p:cNvSpPr>
          <p:nvPr>
            <p:ph sz="quarter" idx="10"/>
          </p:nvPr>
        </p:nvSpPr>
        <p:spPr>
          <a:xfrm>
            <a:off x="657725" y="1641918"/>
            <a:ext cx="5755341" cy="6196404"/>
          </a:xfrm>
        </p:spPr>
        <p:txBody>
          <a:bodyPr>
            <a:normAutofit/>
          </a:bodyPr>
          <a:lstStyle/>
          <a:p>
            <a:r>
              <a:rPr lang="es-ES" b="1" dirty="0"/>
              <a:t>Configurar relación de velocidad lineal:</a:t>
            </a:r>
            <a:r>
              <a:rPr lang="es-ES" dirty="0"/>
              <a:t> Define qué tan rápido se moverá el robot en línea recta. La velocidad real depende del porcentaje que pongas en este bloque, la velocidad configurada en la reproducción y la velocidad global.</a:t>
            </a:r>
          </a:p>
          <a:p>
            <a:r>
              <a:rPr lang="es-ES" b="1" dirty="0"/>
              <a:t>Ajustar proporción de CP (punto continuo):</a:t>
            </a:r>
            <a:r>
              <a:rPr lang="es-ES" dirty="0"/>
              <a:t> Controla qué tan suave será el movimiento del robot cuando pasa por varios puntos seguidos. El robot puede pasar por un punto intermedio haciendo una curva o girando en ángulo recto, sin detenerse.</a:t>
            </a:r>
          </a:p>
        </p:txBody>
      </p:sp>
      <p:pic>
        <p:nvPicPr>
          <p:cNvPr id="8" name="Imagen 7">
            <a:extLst>
              <a:ext uri="{FF2B5EF4-FFF2-40B4-BE49-F238E27FC236}">
                <a16:creationId xmlns:a16="http://schemas.microsoft.com/office/drawing/2014/main" id="{1D03E7F2-2B57-483D-9564-D6B939D01274}"/>
              </a:ext>
            </a:extLst>
          </p:cNvPr>
          <p:cNvPicPr>
            <a:picLocks noChangeAspect="1"/>
          </p:cNvPicPr>
          <p:nvPr/>
        </p:nvPicPr>
        <p:blipFill>
          <a:blip r:embed="rId2"/>
          <a:stretch>
            <a:fillRect/>
          </a:stretch>
        </p:blipFill>
        <p:spPr>
          <a:xfrm>
            <a:off x="8129714" y="2940226"/>
            <a:ext cx="2321399" cy="1207228"/>
          </a:xfrm>
          <a:prstGeom prst="rect">
            <a:avLst/>
          </a:prstGeom>
        </p:spPr>
      </p:pic>
      <p:pic>
        <p:nvPicPr>
          <p:cNvPr id="7" name="Marcador de contenido 6">
            <a:extLst>
              <a:ext uri="{FF2B5EF4-FFF2-40B4-BE49-F238E27FC236}">
                <a16:creationId xmlns:a16="http://schemas.microsoft.com/office/drawing/2014/main" id="{91E75906-BCD1-455C-988F-E2FE22C18571}"/>
              </a:ext>
            </a:extLst>
          </p:cNvPr>
          <p:cNvPicPr>
            <a:picLocks noGrp="1" noChangeAspect="1"/>
          </p:cNvPicPr>
          <p:nvPr>
            <p:ph sz="quarter" idx="11"/>
          </p:nvPr>
        </p:nvPicPr>
        <p:blipFill>
          <a:blip r:embed="rId3"/>
          <a:stretch>
            <a:fillRect/>
          </a:stretch>
        </p:blipFill>
        <p:spPr>
          <a:xfrm>
            <a:off x="7856493" y="1859596"/>
            <a:ext cx="2794760" cy="548970"/>
          </a:xfrm>
        </p:spPr>
      </p:pic>
      <p:pic>
        <p:nvPicPr>
          <p:cNvPr id="10" name="Imagen 9">
            <a:extLst>
              <a:ext uri="{FF2B5EF4-FFF2-40B4-BE49-F238E27FC236}">
                <a16:creationId xmlns:a16="http://schemas.microsoft.com/office/drawing/2014/main" id="{066DC2AC-3F2C-4C5F-A6EB-C5F921FC368D}"/>
              </a:ext>
            </a:extLst>
          </p:cNvPr>
          <p:cNvPicPr>
            <a:picLocks noChangeAspect="1"/>
          </p:cNvPicPr>
          <p:nvPr/>
        </p:nvPicPr>
        <p:blipFill>
          <a:blip r:embed="rId4"/>
          <a:stretch>
            <a:fillRect/>
          </a:stretch>
        </p:blipFill>
        <p:spPr>
          <a:xfrm>
            <a:off x="7616731" y="4386644"/>
            <a:ext cx="3347367" cy="548969"/>
          </a:xfrm>
          <a:prstGeom prst="rect">
            <a:avLst/>
          </a:prstGeom>
        </p:spPr>
      </p:pic>
      <p:sp>
        <p:nvSpPr>
          <p:cNvPr id="2" name="Marcador de número de diapositiva 1">
            <a:extLst>
              <a:ext uri="{FF2B5EF4-FFF2-40B4-BE49-F238E27FC236}">
                <a16:creationId xmlns:a16="http://schemas.microsoft.com/office/drawing/2014/main" id="{0A70EB3C-8B11-47C6-B47E-1CF6B0C9A967}"/>
              </a:ext>
            </a:extLst>
          </p:cNvPr>
          <p:cNvSpPr>
            <a:spLocks noGrp="1"/>
          </p:cNvSpPr>
          <p:nvPr>
            <p:ph type="sldNum" sz="quarter" idx="4"/>
          </p:nvPr>
        </p:nvSpPr>
        <p:spPr/>
        <p:txBody>
          <a:bodyPr/>
          <a:lstStyle/>
          <a:p>
            <a:pPr rtl="0"/>
            <a:fld id="{B5CEABB6-07DC-46E8-9B57-56EC44A396E5}" type="slidenum">
              <a:rPr lang="es-ES" smtClean="0"/>
              <a:pPr rtl="0"/>
              <a:t>55</a:t>
            </a:fld>
            <a:endParaRPr lang="es-ES" dirty="0"/>
          </a:p>
        </p:txBody>
      </p:sp>
      <p:sp>
        <p:nvSpPr>
          <p:cNvPr id="9" name="Título 4">
            <a:extLst>
              <a:ext uri="{FF2B5EF4-FFF2-40B4-BE49-F238E27FC236}">
                <a16:creationId xmlns:a16="http://schemas.microsoft.com/office/drawing/2014/main" id="{FB91E4F1-1558-4AF6-BAE2-F36E36B1F6CC}"/>
              </a:ext>
            </a:extLst>
          </p:cNvPr>
          <p:cNvSpPr>
            <a:spLocks noGrp="1"/>
          </p:cNvSpPr>
          <p:nvPr>
            <p:ph type="title"/>
          </p:nvPr>
        </p:nvSpPr>
        <p:spPr>
          <a:xfrm>
            <a:off x="891990" y="434225"/>
            <a:ext cx="9524998" cy="1499627"/>
          </a:xfrm>
        </p:spPr>
        <p:txBody>
          <a:bodyPr/>
          <a:lstStyle/>
          <a:p>
            <a:r>
              <a:rPr lang="es-ES" dirty="0"/>
              <a:t>Bloques de Movimiento</a:t>
            </a:r>
            <a:endParaRPr lang="es-MX" dirty="0"/>
          </a:p>
        </p:txBody>
      </p:sp>
      <p:pic>
        <p:nvPicPr>
          <p:cNvPr id="11" name="Imagen 10">
            <a:extLst>
              <a:ext uri="{FF2B5EF4-FFF2-40B4-BE49-F238E27FC236}">
                <a16:creationId xmlns:a16="http://schemas.microsoft.com/office/drawing/2014/main" id="{B1EF2F6B-C387-41FE-9F69-C297A9AF6AF8}"/>
              </a:ext>
            </a:extLst>
          </p:cNvPr>
          <p:cNvPicPr>
            <a:picLocks noChangeAspect="1"/>
          </p:cNvPicPr>
          <p:nvPr/>
        </p:nvPicPr>
        <p:blipFill>
          <a:blip r:embed="rId5"/>
          <a:stretch>
            <a:fillRect/>
          </a:stretch>
        </p:blipFill>
        <p:spPr>
          <a:xfrm>
            <a:off x="-7543" y="-25563"/>
            <a:ext cx="888053" cy="900000"/>
          </a:xfrm>
          <a:prstGeom prst="rect">
            <a:avLst/>
          </a:prstGeom>
        </p:spPr>
      </p:pic>
    </p:spTree>
    <p:extLst>
      <p:ext uri="{BB962C8B-B14F-4D97-AF65-F5344CB8AC3E}">
        <p14:creationId xmlns:p14="http://schemas.microsoft.com/office/powerpoint/2010/main" val="305600043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Marcador de contenido 5">
            <a:extLst>
              <a:ext uri="{FF2B5EF4-FFF2-40B4-BE49-F238E27FC236}">
                <a16:creationId xmlns:a16="http://schemas.microsoft.com/office/drawing/2014/main" id="{34E24264-76B7-4CEE-89C8-7ED41180125D}"/>
              </a:ext>
            </a:extLst>
          </p:cNvPr>
          <p:cNvSpPr>
            <a:spLocks noGrp="1"/>
          </p:cNvSpPr>
          <p:nvPr>
            <p:ph sz="quarter" idx="10"/>
          </p:nvPr>
        </p:nvSpPr>
        <p:spPr>
          <a:xfrm>
            <a:off x="914400" y="2461803"/>
            <a:ext cx="5755341" cy="6196404"/>
          </a:xfrm>
        </p:spPr>
        <p:txBody>
          <a:bodyPr>
            <a:normAutofit/>
          </a:bodyPr>
          <a:lstStyle/>
          <a:p>
            <a:r>
              <a:rPr lang="es-ES" sz="2400" b="1" dirty="0"/>
              <a:t>Comando de sincronización:</a:t>
            </a:r>
            <a:r>
              <a:rPr lang="es-ES" sz="2400" dirty="0"/>
              <a:t> </a:t>
            </a:r>
            <a:r>
              <a:rPr lang="es-ES" sz="2000" dirty="0"/>
              <a:t>Hace que el programa se detenga hasta que el brazo robótico termine todas las acciones anteriores. Luego, continúa con las siguientes instrucciones.</a:t>
            </a:r>
          </a:p>
          <a:p>
            <a:endParaRPr lang="es-ES" sz="2800" b="1" i="0" dirty="0">
              <a:solidFill>
                <a:srgbClr val="111111"/>
              </a:solidFill>
              <a:effectLst/>
              <a:latin typeface="Roboto" panose="02000000000000000000" pitchFamily="2" charset="0"/>
            </a:endParaRPr>
          </a:p>
        </p:txBody>
      </p:sp>
      <p:pic>
        <p:nvPicPr>
          <p:cNvPr id="13" name="Imagen 12">
            <a:extLst>
              <a:ext uri="{FF2B5EF4-FFF2-40B4-BE49-F238E27FC236}">
                <a16:creationId xmlns:a16="http://schemas.microsoft.com/office/drawing/2014/main" id="{466BF4DC-51CC-4E77-8227-F7482602282B}"/>
              </a:ext>
            </a:extLst>
          </p:cNvPr>
          <p:cNvPicPr>
            <a:picLocks noChangeAspect="1"/>
          </p:cNvPicPr>
          <p:nvPr/>
        </p:nvPicPr>
        <p:blipFill>
          <a:blip r:embed="rId2"/>
          <a:stretch>
            <a:fillRect/>
          </a:stretch>
        </p:blipFill>
        <p:spPr>
          <a:xfrm>
            <a:off x="8595692" y="2790838"/>
            <a:ext cx="1821296" cy="782837"/>
          </a:xfrm>
          <a:prstGeom prst="rect">
            <a:avLst/>
          </a:prstGeom>
        </p:spPr>
      </p:pic>
      <p:sp>
        <p:nvSpPr>
          <p:cNvPr id="2" name="Marcador de número de diapositiva 1">
            <a:extLst>
              <a:ext uri="{FF2B5EF4-FFF2-40B4-BE49-F238E27FC236}">
                <a16:creationId xmlns:a16="http://schemas.microsoft.com/office/drawing/2014/main" id="{0A70EB3C-8B11-47C6-B47E-1CF6B0C9A967}"/>
              </a:ext>
            </a:extLst>
          </p:cNvPr>
          <p:cNvSpPr>
            <a:spLocks noGrp="1"/>
          </p:cNvSpPr>
          <p:nvPr>
            <p:ph type="sldNum" sz="quarter" idx="4"/>
          </p:nvPr>
        </p:nvSpPr>
        <p:spPr/>
        <p:txBody>
          <a:bodyPr/>
          <a:lstStyle/>
          <a:p>
            <a:pPr rtl="0"/>
            <a:fld id="{B5CEABB6-07DC-46E8-9B57-56EC44A396E5}" type="slidenum">
              <a:rPr lang="es-ES" smtClean="0"/>
              <a:pPr rtl="0"/>
              <a:t>56</a:t>
            </a:fld>
            <a:endParaRPr lang="es-ES" dirty="0"/>
          </a:p>
        </p:txBody>
      </p:sp>
      <p:sp>
        <p:nvSpPr>
          <p:cNvPr id="11" name="Título 4">
            <a:extLst>
              <a:ext uri="{FF2B5EF4-FFF2-40B4-BE49-F238E27FC236}">
                <a16:creationId xmlns:a16="http://schemas.microsoft.com/office/drawing/2014/main" id="{3B313FED-A644-4044-86F0-F7931FABD33B}"/>
              </a:ext>
            </a:extLst>
          </p:cNvPr>
          <p:cNvSpPr>
            <a:spLocks noGrp="1"/>
          </p:cNvSpPr>
          <p:nvPr>
            <p:ph type="title"/>
          </p:nvPr>
        </p:nvSpPr>
        <p:spPr>
          <a:xfrm>
            <a:off x="891990" y="434225"/>
            <a:ext cx="9524998" cy="1499627"/>
          </a:xfrm>
        </p:spPr>
        <p:txBody>
          <a:bodyPr/>
          <a:lstStyle/>
          <a:p>
            <a:r>
              <a:rPr lang="es-ES" dirty="0"/>
              <a:t>Bloques de Movimiento</a:t>
            </a:r>
            <a:endParaRPr lang="es-MX" dirty="0"/>
          </a:p>
        </p:txBody>
      </p:sp>
      <p:pic>
        <p:nvPicPr>
          <p:cNvPr id="7" name="Imagen 6">
            <a:extLst>
              <a:ext uri="{FF2B5EF4-FFF2-40B4-BE49-F238E27FC236}">
                <a16:creationId xmlns:a16="http://schemas.microsoft.com/office/drawing/2014/main" id="{7D360D53-0E95-496A-8567-0FF222144AA5}"/>
              </a:ext>
            </a:extLst>
          </p:cNvPr>
          <p:cNvPicPr>
            <a:picLocks noChangeAspect="1"/>
          </p:cNvPicPr>
          <p:nvPr/>
        </p:nvPicPr>
        <p:blipFill>
          <a:blip r:embed="rId3"/>
          <a:stretch>
            <a:fillRect/>
          </a:stretch>
        </p:blipFill>
        <p:spPr>
          <a:xfrm>
            <a:off x="-7543" y="-25563"/>
            <a:ext cx="888053" cy="900000"/>
          </a:xfrm>
          <a:prstGeom prst="rect">
            <a:avLst/>
          </a:prstGeom>
        </p:spPr>
      </p:pic>
    </p:spTree>
    <p:extLst>
      <p:ext uri="{BB962C8B-B14F-4D97-AF65-F5344CB8AC3E}">
        <p14:creationId xmlns:p14="http://schemas.microsoft.com/office/powerpoint/2010/main" val="245032803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4">
            <a:extLst>
              <a:ext uri="{FF2B5EF4-FFF2-40B4-BE49-F238E27FC236}">
                <a16:creationId xmlns:a16="http://schemas.microsoft.com/office/drawing/2014/main" id="{44502753-8D89-46E8-84C8-0FD500EECD4D}"/>
              </a:ext>
            </a:extLst>
          </p:cNvPr>
          <p:cNvSpPr>
            <a:spLocks noGrp="1"/>
          </p:cNvSpPr>
          <p:nvPr>
            <p:ph type="title"/>
          </p:nvPr>
        </p:nvSpPr>
        <p:spPr/>
        <p:txBody>
          <a:bodyPr/>
          <a:lstStyle/>
          <a:p>
            <a:r>
              <a:rPr lang="es-MX" dirty="0"/>
              <a:t>Configuración avanzada de movimiento</a:t>
            </a:r>
          </a:p>
        </p:txBody>
      </p:sp>
      <p:sp>
        <p:nvSpPr>
          <p:cNvPr id="6" name="Marcador de contenido 5">
            <a:extLst>
              <a:ext uri="{FF2B5EF4-FFF2-40B4-BE49-F238E27FC236}">
                <a16:creationId xmlns:a16="http://schemas.microsoft.com/office/drawing/2014/main" id="{00653504-9548-4389-9CD8-2E4D3C63105D}"/>
              </a:ext>
            </a:extLst>
          </p:cNvPr>
          <p:cNvSpPr>
            <a:spLocks noGrp="1"/>
          </p:cNvSpPr>
          <p:nvPr>
            <p:ph sz="quarter" idx="10"/>
          </p:nvPr>
        </p:nvSpPr>
        <p:spPr>
          <a:xfrm>
            <a:off x="244928" y="2123126"/>
            <a:ext cx="6257366" cy="3914910"/>
          </a:xfrm>
        </p:spPr>
        <p:txBody>
          <a:bodyPr>
            <a:normAutofit/>
          </a:bodyPr>
          <a:lstStyle/>
          <a:p>
            <a:pPr marL="342900" indent="-342900">
              <a:buFont typeface="Arial" panose="020B0604020202020204" pitchFamily="34" charset="0"/>
              <a:buChar char="•"/>
            </a:pPr>
            <a:r>
              <a:rPr lang="es-ES" sz="2400" b="1" dirty="0"/>
              <a:t>MovJ:</a:t>
            </a:r>
            <a:r>
              <a:rPr lang="es-ES" sz="2400" dirty="0"/>
              <a:t> </a:t>
            </a:r>
            <a:r>
              <a:rPr lang="es-ES" sz="2000" dirty="0"/>
              <a:t>Mueve el robot desde su posición actual hasta el punto de destino usando un movimiento en forma de arco. Este tipo de movimiento es más rápido y usa la rotación de las articulaciones del robot.</a:t>
            </a:r>
          </a:p>
          <a:p>
            <a:pPr marL="342900" indent="-342900">
              <a:buFont typeface="Arial" panose="020B0604020202020204" pitchFamily="34" charset="0"/>
              <a:buChar char="•"/>
            </a:pPr>
            <a:r>
              <a:rPr lang="es-ES" sz="2400" b="1" dirty="0"/>
              <a:t>MovL:</a:t>
            </a:r>
            <a:r>
              <a:rPr lang="es-ES" sz="2400" dirty="0"/>
              <a:t> </a:t>
            </a:r>
            <a:r>
              <a:rPr lang="es-ES" sz="2000" dirty="0"/>
              <a:t>Mueve el robot en línea recta desde su posición actual hasta el punto de destino. Es más preciso cuando necesitas que el extremo del brazo siga un camino recto.</a:t>
            </a:r>
            <a:endParaRPr lang="es-ES" sz="2400" dirty="0"/>
          </a:p>
        </p:txBody>
      </p:sp>
      <p:pic>
        <p:nvPicPr>
          <p:cNvPr id="7" name="Marcador de contenido 6">
            <a:extLst>
              <a:ext uri="{FF2B5EF4-FFF2-40B4-BE49-F238E27FC236}">
                <a16:creationId xmlns:a16="http://schemas.microsoft.com/office/drawing/2014/main" id="{541B8C75-5263-4EBC-B245-743B5922B10F}"/>
              </a:ext>
            </a:extLst>
          </p:cNvPr>
          <p:cNvPicPr>
            <a:picLocks noGrp="1" noChangeAspect="1"/>
          </p:cNvPicPr>
          <p:nvPr>
            <p:ph sz="quarter" idx="11"/>
          </p:nvPr>
        </p:nvPicPr>
        <p:blipFill>
          <a:blip r:embed="rId2"/>
          <a:stretch>
            <a:fillRect/>
          </a:stretch>
        </p:blipFill>
        <p:spPr>
          <a:xfrm>
            <a:off x="7504379" y="1933852"/>
            <a:ext cx="2912609" cy="1673663"/>
          </a:xfrm>
        </p:spPr>
      </p:pic>
      <p:pic>
        <p:nvPicPr>
          <p:cNvPr id="10" name="Imagen 9">
            <a:extLst>
              <a:ext uri="{FF2B5EF4-FFF2-40B4-BE49-F238E27FC236}">
                <a16:creationId xmlns:a16="http://schemas.microsoft.com/office/drawing/2014/main" id="{679CDE1D-E128-449B-B94B-C6A45DEDA83B}"/>
              </a:ext>
            </a:extLst>
          </p:cNvPr>
          <p:cNvPicPr>
            <a:picLocks noChangeAspect="1"/>
          </p:cNvPicPr>
          <p:nvPr/>
        </p:nvPicPr>
        <p:blipFill>
          <a:blip r:embed="rId3"/>
          <a:stretch>
            <a:fillRect/>
          </a:stretch>
        </p:blipFill>
        <p:spPr>
          <a:xfrm>
            <a:off x="7401273" y="3765859"/>
            <a:ext cx="3130750" cy="1822097"/>
          </a:xfrm>
          <a:prstGeom prst="rect">
            <a:avLst/>
          </a:prstGeom>
        </p:spPr>
      </p:pic>
      <p:sp>
        <p:nvSpPr>
          <p:cNvPr id="2" name="Marcador de número de diapositiva 1">
            <a:extLst>
              <a:ext uri="{FF2B5EF4-FFF2-40B4-BE49-F238E27FC236}">
                <a16:creationId xmlns:a16="http://schemas.microsoft.com/office/drawing/2014/main" id="{E95FA0DB-9967-42AD-9878-A4702DA299AC}"/>
              </a:ext>
            </a:extLst>
          </p:cNvPr>
          <p:cNvSpPr>
            <a:spLocks noGrp="1"/>
          </p:cNvSpPr>
          <p:nvPr>
            <p:ph type="sldNum" sz="quarter" idx="4"/>
          </p:nvPr>
        </p:nvSpPr>
        <p:spPr/>
        <p:txBody>
          <a:bodyPr/>
          <a:lstStyle/>
          <a:p>
            <a:pPr rtl="0"/>
            <a:fld id="{B5CEABB6-07DC-46E8-9B57-56EC44A396E5}" type="slidenum">
              <a:rPr lang="es-ES" smtClean="0"/>
              <a:pPr rtl="0"/>
              <a:t>57</a:t>
            </a:fld>
            <a:endParaRPr lang="es-ES" dirty="0"/>
          </a:p>
        </p:txBody>
      </p:sp>
      <p:pic>
        <p:nvPicPr>
          <p:cNvPr id="8" name="Imagen 7">
            <a:extLst>
              <a:ext uri="{FF2B5EF4-FFF2-40B4-BE49-F238E27FC236}">
                <a16:creationId xmlns:a16="http://schemas.microsoft.com/office/drawing/2014/main" id="{7B10A633-42AA-4A03-80A7-2BE400CC9868}"/>
              </a:ext>
            </a:extLst>
          </p:cNvPr>
          <p:cNvPicPr>
            <a:picLocks noChangeAspect="1"/>
          </p:cNvPicPr>
          <p:nvPr/>
        </p:nvPicPr>
        <p:blipFill>
          <a:blip r:embed="rId4"/>
          <a:stretch>
            <a:fillRect/>
          </a:stretch>
        </p:blipFill>
        <p:spPr>
          <a:xfrm>
            <a:off x="-7543" y="-25563"/>
            <a:ext cx="888053" cy="900000"/>
          </a:xfrm>
          <a:prstGeom prst="rect">
            <a:avLst/>
          </a:prstGeom>
        </p:spPr>
      </p:pic>
    </p:spTree>
    <p:extLst>
      <p:ext uri="{BB962C8B-B14F-4D97-AF65-F5344CB8AC3E}">
        <p14:creationId xmlns:p14="http://schemas.microsoft.com/office/powerpoint/2010/main" val="213702717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4">
            <a:extLst>
              <a:ext uri="{FF2B5EF4-FFF2-40B4-BE49-F238E27FC236}">
                <a16:creationId xmlns:a16="http://schemas.microsoft.com/office/drawing/2014/main" id="{44502753-8D89-46E8-84C8-0FD500EECD4D}"/>
              </a:ext>
            </a:extLst>
          </p:cNvPr>
          <p:cNvSpPr>
            <a:spLocks noGrp="1"/>
          </p:cNvSpPr>
          <p:nvPr>
            <p:ph type="title"/>
          </p:nvPr>
        </p:nvSpPr>
        <p:spPr/>
        <p:txBody>
          <a:bodyPr/>
          <a:lstStyle/>
          <a:p>
            <a:r>
              <a:rPr lang="es-MX" dirty="0"/>
              <a:t>Configuración avanzada de movimiento</a:t>
            </a:r>
          </a:p>
        </p:txBody>
      </p:sp>
      <p:sp>
        <p:nvSpPr>
          <p:cNvPr id="6" name="Marcador de contenido 5">
            <a:extLst>
              <a:ext uri="{FF2B5EF4-FFF2-40B4-BE49-F238E27FC236}">
                <a16:creationId xmlns:a16="http://schemas.microsoft.com/office/drawing/2014/main" id="{00653504-9548-4389-9CD8-2E4D3C63105D}"/>
              </a:ext>
            </a:extLst>
          </p:cNvPr>
          <p:cNvSpPr>
            <a:spLocks noGrp="1"/>
          </p:cNvSpPr>
          <p:nvPr>
            <p:ph sz="quarter" idx="10"/>
          </p:nvPr>
        </p:nvSpPr>
        <p:spPr>
          <a:xfrm>
            <a:off x="244928" y="2123126"/>
            <a:ext cx="6257366" cy="3914910"/>
          </a:xfrm>
        </p:spPr>
        <p:txBody>
          <a:bodyPr>
            <a:normAutofit/>
          </a:bodyPr>
          <a:lstStyle/>
          <a:p>
            <a:pPr marL="342900" indent="-342900">
              <a:buFont typeface="Arial" panose="020B0604020202020204" pitchFamily="34" charset="0"/>
              <a:buChar char="•"/>
            </a:pPr>
            <a:r>
              <a:rPr lang="es-ES" sz="2800" b="1" dirty="0"/>
              <a:t>Saltar:</a:t>
            </a:r>
            <a:r>
              <a:rPr lang="es-ES" sz="2800" dirty="0"/>
              <a:t> </a:t>
            </a:r>
            <a:r>
              <a:rPr lang="es-ES" sz="2400" dirty="0"/>
              <a:t>Mueve el robot desde donde está hasta un punto objetivo, levantándose primero para evitar obstáculos. Se usa el sistema de coordenadas cartesianas y un modo llamado “puerta”.</a:t>
            </a:r>
          </a:p>
          <a:p>
            <a:pPr marL="342900" indent="-342900">
              <a:buFont typeface="Arial" panose="020B0604020202020204" pitchFamily="34" charset="0"/>
              <a:buChar char="•"/>
            </a:pPr>
            <a:r>
              <a:rPr lang="es-ES" sz="2800" b="1" dirty="0"/>
              <a:t>ConjuntoMovJ:</a:t>
            </a:r>
            <a:r>
              <a:rPr lang="es-ES" sz="2800" dirty="0"/>
              <a:t> </a:t>
            </a:r>
            <a:r>
              <a:rPr lang="es-ES" sz="2400" dirty="0"/>
              <a:t>Hace que el robot se mueva desde su posición actual hasta un ángulo específico, usando el movimiento de sus articulaciones (como si giraran para llegar al objetivo).</a:t>
            </a:r>
            <a:endParaRPr lang="es-ES" sz="2800" dirty="0"/>
          </a:p>
        </p:txBody>
      </p:sp>
      <p:pic>
        <p:nvPicPr>
          <p:cNvPr id="13" name="Imagen 12">
            <a:extLst>
              <a:ext uri="{FF2B5EF4-FFF2-40B4-BE49-F238E27FC236}">
                <a16:creationId xmlns:a16="http://schemas.microsoft.com/office/drawing/2014/main" id="{8072710F-4D1D-40C6-A758-2BCA8ECE2DFC}"/>
              </a:ext>
            </a:extLst>
          </p:cNvPr>
          <p:cNvPicPr>
            <a:picLocks noChangeAspect="1"/>
          </p:cNvPicPr>
          <p:nvPr/>
        </p:nvPicPr>
        <p:blipFill>
          <a:blip r:embed="rId2"/>
          <a:stretch>
            <a:fillRect/>
          </a:stretch>
        </p:blipFill>
        <p:spPr>
          <a:xfrm>
            <a:off x="7647675" y="1805514"/>
            <a:ext cx="3177715" cy="1900211"/>
          </a:xfrm>
          <a:prstGeom prst="rect">
            <a:avLst/>
          </a:prstGeom>
        </p:spPr>
      </p:pic>
      <p:pic>
        <p:nvPicPr>
          <p:cNvPr id="16" name="Imagen 15">
            <a:extLst>
              <a:ext uri="{FF2B5EF4-FFF2-40B4-BE49-F238E27FC236}">
                <a16:creationId xmlns:a16="http://schemas.microsoft.com/office/drawing/2014/main" id="{B836A9F4-D9D7-463F-8512-6C60783977CD}"/>
              </a:ext>
            </a:extLst>
          </p:cNvPr>
          <p:cNvPicPr>
            <a:picLocks noChangeAspect="1"/>
          </p:cNvPicPr>
          <p:nvPr/>
        </p:nvPicPr>
        <p:blipFill>
          <a:blip r:embed="rId3"/>
          <a:stretch>
            <a:fillRect/>
          </a:stretch>
        </p:blipFill>
        <p:spPr>
          <a:xfrm>
            <a:off x="7373572" y="3974044"/>
            <a:ext cx="3451818" cy="1900210"/>
          </a:xfrm>
          <a:prstGeom prst="rect">
            <a:avLst/>
          </a:prstGeom>
        </p:spPr>
      </p:pic>
      <p:sp>
        <p:nvSpPr>
          <p:cNvPr id="2" name="Marcador de número de diapositiva 1">
            <a:extLst>
              <a:ext uri="{FF2B5EF4-FFF2-40B4-BE49-F238E27FC236}">
                <a16:creationId xmlns:a16="http://schemas.microsoft.com/office/drawing/2014/main" id="{E95FA0DB-9967-42AD-9878-A4702DA299AC}"/>
              </a:ext>
            </a:extLst>
          </p:cNvPr>
          <p:cNvSpPr>
            <a:spLocks noGrp="1"/>
          </p:cNvSpPr>
          <p:nvPr>
            <p:ph type="sldNum" sz="quarter" idx="4"/>
          </p:nvPr>
        </p:nvSpPr>
        <p:spPr/>
        <p:txBody>
          <a:bodyPr/>
          <a:lstStyle/>
          <a:p>
            <a:pPr rtl="0"/>
            <a:fld id="{B5CEABB6-07DC-46E8-9B57-56EC44A396E5}" type="slidenum">
              <a:rPr lang="es-ES" smtClean="0"/>
              <a:pPr rtl="0"/>
              <a:t>58</a:t>
            </a:fld>
            <a:endParaRPr lang="es-ES" dirty="0"/>
          </a:p>
        </p:txBody>
      </p:sp>
      <p:pic>
        <p:nvPicPr>
          <p:cNvPr id="7" name="Imagen 6">
            <a:extLst>
              <a:ext uri="{FF2B5EF4-FFF2-40B4-BE49-F238E27FC236}">
                <a16:creationId xmlns:a16="http://schemas.microsoft.com/office/drawing/2014/main" id="{E4F88E39-CB58-42D8-B8FB-59562BD850D4}"/>
              </a:ext>
            </a:extLst>
          </p:cNvPr>
          <p:cNvPicPr>
            <a:picLocks noChangeAspect="1"/>
          </p:cNvPicPr>
          <p:nvPr/>
        </p:nvPicPr>
        <p:blipFill>
          <a:blip r:embed="rId4"/>
          <a:stretch>
            <a:fillRect/>
          </a:stretch>
        </p:blipFill>
        <p:spPr>
          <a:xfrm>
            <a:off x="-7543" y="-25563"/>
            <a:ext cx="888053" cy="900000"/>
          </a:xfrm>
          <a:prstGeom prst="rect">
            <a:avLst/>
          </a:prstGeom>
        </p:spPr>
      </p:pic>
    </p:spTree>
    <p:extLst>
      <p:ext uri="{BB962C8B-B14F-4D97-AF65-F5344CB8AC3E}">
        <p14:creationId xmlns:p14="http://schemas.microsoft.com/office/powerpoint/2010/main" val="281461041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Marcador de contenido 5">
            <a:extLst>
              <a:ext uri="{FF2B5EF4-FFF2-40B4-BE49-F238E27FC236}">
                <a16:creationId xmlns:a16="http://schemas.microsoft.com/office/drawing/2014/main" id="{00653504-9548-4389-9CD8-2E4D3C63105D}"/>
              </a:ext>
            </a:extLst>
          </p:cNvPr>
          <p:cNvSpPr>
            <a:spLocks noGrp="1"/>
          </p:cNvSpPr>
          <p:nvPr>
            <p:ph sz="quarter" idx="10"/>
          </p:nvPr>
        </p:nvSpPr>
        <p:spPr>
          <a:xfrm>
            <a:off x="197088" y="2044273"/>
            <a:ext cx="7396843" cy="6188191"/>
          </a:xfrm>
        </p:spPr>
        <p:txBody>
          <a:bodyPr>
            <a:normAutofit/>
          </a:bodyPr>
          <a:lstStyle/>
          <a:p>
            <a:pPr marL="457200" indent="-457200">
              <a:buFont typeface="Arial" panose="020B0604020202020204" pitchFamily="34" charset="0"/>
              <a:buChar char="•"/>
            </a:pPr>
            <a:r>
              <a:rPr lang="es-ES" sz="2800" b="1" dirty="0"/>
              <a:t>RelMovJ:</a:t>
            </a:r>
            <a:r>
              <a:rPr lang="es-ES" sz="2800" dirty="0"/>
              <a:t> </a:t>
            </a:r>
            <a:r>
              <a:rPr lang="es-ES" sz="2400" dirty="0"/>
              <a:t>Mueve el robot desde su posición actual hacia una nueva posición cercana, usando un movimiento suave de sus articulaciones. El punto de llegada se calcula como una posición relativa (es decir, a cierta distancia desde donde está), no como una posición fija. </a:t>
            </a:r>
          </a:p>
          <a:p>
            <a:pPr marL="457200" indent="-457200">
              <a:buFont typeface="Arial" panose="020B0604020202020204" pitchFamily="34" charset="0"/>
              <a:buChar char="•"/>
            </a:pPr>
            <a:r>
              <a:rPr lang="es-ES" sz="2800" b="1" dirty="0"/>
              <a:t>RelMovL:</a:t>
            </a:r>
            <a:r>
              <a:rPr lang="es-ES" sz="2800" dirty="0"/>
              <a:t> </a:t>
            </a:r>
            <a:r>
              <a:rPr lang="es-ES" sz="2400" dirty="0"/>
              <a:t>Mueve el robot desde donde está hacia una nueva posición cercana en línea recta, también usando una posición relativa en lugar de una fija.</a:t>
            </a:r>
            <a:r>
              <a:rPr lang="es-ES" sz="2800" dirty="0"/>
              <a:t>.</a:t>
            </a:r>
            <a:br>
              <a:rPr lang="es-ES" sz="2800" dirty="0"/>
            </a:br>
            <a:endParaRPr lang="es-MX" sz="2400" dirty="0"/>
          </a:p>
        </p:txBody>
      </p:sp>
      <p:pic>
        <p:nvPicPr>
          <p:cNvPr id="8" name="Marcador de contenido 7">
            <a:extLst>
              <a:ext uri="{FF2B5EF4-FFF2-40B4-BE49-F238E27FC236}">
                <a16:creationId xmlns:a16="http://schemas.microsoft.com/office/drawing/2014/main" id="{C8194C90-2185-4D99-956A-7A6893FB979D}"/>
              </a:ext>
            </a:extLst>
          </p:cNvPr>
          <p:cNvPicPr>
            <a:picLocks noGrp="1" noChangeAspect="1"/>
          </p:cNvPicPr>
          <p:nvPr>
            <p:ph sz="quarter" idx="11"/>
          </p:nvPr>
        </p:nvPicPr>
        <p:blipFill>
          <a:blip r:embed="rId2"/>
          <a:stretch>
            <a:fillRect/>
          </a:stretch>
        </p:blipFill>
        <p:spPr>
          <a:xfrm>
            <a:off x="8078312" y="2152266"/>
            <a:ext cx="3345946" cy="1984304"/>
          </a:xfrm>
        </p:spPr>
      </p:pic>
      <p:pic>
        <p:nvPicPr>
          <p:cNvPr id="11" name="Imagen 10">
            <a:extLst>
              <a:ext uri="{FF2B5EF4-FFF2-40B4-BE49-F238E27FC236}">
                <a16:creationId xmlns:a16="http://schemas.microsoft.com/office/drawing/2014/main" id="{97ACB20F-8886-456E-B73A-C62B0EAA438D}"/>
              </a:ext>
            </a:extLst>
          </p:cNvPr>
          <p:cNvPicPr>
            <a:picLocks noChangeAspect="1"/>
          </p:cNvPicPr>
          <p:nvPr/>
        </p:nvPicPr>
        <p:blipFill>
          <a:blip r:embed="rId3"/>
          <a:stretch>
            <a:fillRect/>
          </a:stretch>
        </p:blipFill>
        <p:spPr>
          <a:xfrm>
            <a:off x="8078312" y="4279616"/>
            <a:ext cx="3067323" cy="1849231"/>
          </a:xfrm>
          <a:prstGeom prst="rect">
            <a:avLst/>
          </a:prstGeom>
        </p:spPr>
      </p:pic>
      <p:sp>
        <p:nvSpPr>
          <p:cNvPr id="2" name="Marcador de número de diapositiva 1">
            <a:extLst>
              <a:ext uri="{FF2B5EF4-FFF2-40B4-BE49-F238E27FC236}">
                <a16:creationId xmlns:a16="http://schemas.microsoft.com/office/drawing/2014/main" id="{39889290-8A6C-4C90-B664-6AB3C0A7DA8B}"/>
              </a:ext>
            </a:extLst>
          </p:cNvPr>
          <p:cNvSpPr>
            <a:spLocks noGrp="1"/>
          </p:cNvSpPr>
          <p:nvPr>
            <p:ph type="sldNum" sz="quarter" idx="4"/>
          </p:nvPr>
        </p:nvSpPr>
        <p:spPr/>
        <p:txBody>
          <a:bodyPr/>
          <a:lstStyle/>
          <a:p>
            <a:pPr rtl="0"/>
            <a:fld id="{B5CEABB6-07DC-46E8-9B57-56EC44A396E5}" type="slidenum">
              <a:rPr lang="es-ES" smtClean="0"/>
              <a:pPr rtl="0"/>
              <a:t>59</a:t>
            </a:fld>
            <a:endParaRPr lang="es-ES" dirty="0"/>
          </a:p>
        </p:txBody>
      </p:sp>
      <p:sp>
        <p:nvSpPr>
          <p:cNvPr id="9" name="Título 4">
            <a:extLst>
              <a:ext uri="{FF2B5EF4-FFF2-40B4-BE49-F238E27FC236}">
                <a16:creationId xmlns:a16="http://schemas.microsoft.com/office/drawing/2014/main" id="{E5335480-5483-4B88-A03B-3FAEB4FEB88A}"/>
              </a:ext>
            </a:extLst>
          </p:cNvPr>
          <p:cNvSpPr>
            <a:spLocks noGrp="1"/>
          </p:cNvSpPr>
          <p:nvPr>
            <p:ph type="title"/>
          </p:nvPr>
        </p:nvSpPr>
        <p:spPr>
          <a:xfrm>
            <a:off x="891990" y="434225"/>
            <a:ext cx="9524998" cy="1499627"/>
          </a:xfrm>
        </p:spPr>
        <p:txBody>
          <a:bodyPr/>
          <a:lstStyle/>
          <a:p>
            <a:r>
              <a:rPr lang="es-MX" dirty="0"/>
              <a:t>Configuración avanzada de movimiento</a:t>
            </a:r>
          </a:p>
        </p:txBody>
      </p:sp>
      <p:pic>
        <p:nvPicPr>
          <p:cNvPr id="7" name="Imagen 6">
            <a:extLst>
              <a:ext uri="{FF2B5EF4-FFF2-40B4-BE49-F238E27FC236}">
                <a16:creationId xmlns:a16="http://schemas.microsoft.com/office/drawing/2014/main" id="{55393221-9008-4E77-B261-128F1E83C23E}"/>
              </a:ext>
            </a:extLst>
          </p:cNvPr>
          <p:cNvPicPr>
            <a:picLocks noChangeAspect="1"/>
          </p:cNvPicPr>
          <p:nvPr/>
        </p:nvPicPr>
        <p:blipFill>
          <a:blip r:embed="rId4"/>
          <a:stretch>
            <a:fillRect/>
          </a:stretch>
        </p:blipFill>
        <p:spPr>
          <a:xfrm>
            <a:off x="-7543" y="-25563"/>
            <a:ext cx="888053" cy="900000"/>
          </a:xfrm>
          <a:prstGeom prst="rect">
            <a:avLst/>
          </a:prstGeom>
        </p:spPr>
      </p:pic>
    </p:spTree>
    <p:extLst>
      <p:ext uri="{BB962C8B-B14F-4D97-AF65-F5344CB8AC3E}">
        <p14:creationId xmlns:p14="http://schemas.microsoft.com/office/powerpoint/2010/main" val="423128275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Marcador de contenido 5">
            <a:extLst>
              <a:ext uri="{FF2B5EF4-FFF2-40B4-BE49-F238E27FC236}">
                <a16:creationId xmlns:a16="http://schemas.microsoft.com/office/drawing/2014/main" id="{00653504-9548-4389-9CD8-2E4D3C63105D}"/>
              </a:ext>
            </a:extLst>
          </p:cNvPr>
          <p:cNvSpPr>
            <a:spLocks noGrp="1"/>
          </p:cNvSpPr>
          <p:nvPr>
            <p:ph sz="quarter" idx="10"/>
          </p:nvPr>
        </p:nvSpPr>
        <p:spPr>
          <a:xfrm>
            <a:off x="148962" y="2026512"/>
            <a:ext cx="7396843" cy="6188191"/>
          </a:xfrm>
        </p:spPr>
        <p:txBody>
          <a:bodyPr>
            <a:normAutofit/>
          </a:bodyPr>
          <a:lstStyle/>
          <a:p>
            <a:pPr marL="457200" indent="-457200">
              <a:buFont typeface="Arial" panose="020B0604020202020204" pitchFamily="34" charset="0"/>
              <a:buChar char="•"/>
            </a:pPr>
            <a:r>
              <a:rPr lang="es-ES" sz="2400" b="1" dirty="0"/>
              <a:t>Arco:</a:t>
            </a:r>
            <a:r>
              <a:rPr lang="es-ES" sz="2400" dirty="0"/>
              <a:t> </a:t>
            </a:r>
            <a:r>
              <a:rPr lang="es-ES" sz="2000" dirty="0"/>
              <a:t>Hace que el robot se mueva en forma de curva desde donde está hasta un punto final, usando el sistema de coordenadas cartesianas. Para que funcione, los tres puntos (inicio, medio y final) no deben estar en línea recta.</a:t>
            </a:r>
          </a:p>
          <a:p>
            <a:pPr marL="457200" indent="-457200">
              <a:buFont typeface="Arial" panose="020B0604020202020204" pitchFamily="34" charset="0"/>
              <a:buChar char="•"/>
            </a:pPr>
            <a:r>
              <a:rPr lang="es-ES" sz="2400" b="1" dirty="0"/>
              <a:t>Círculo:</a:t>
            </a:r>
            <a:r>
              <a:rPr lang="es-ES" sz="2400" dirty="0"/>
              <a:t> </a:t>
            </a:r>
            <a:r>
              <a:rPr lang="es-ES" sz="2000" dirty="0"/>
              <a:t>Hace que el robot se mueva en un círculo desde su posición actual, dando el número de vueltas que indiques y luego regresando al punto de inicio. Los tres puntos que definen el círculo (inicio, medio y final) no deben estar en línea recta, y el círculo debe estar dentro del área que el brazo puede alcanzar.</a:t>
            </a:r>
          </a:p>
        </p:txBody>
      </p:sp>
      <p:pic>
        <p:nvPicPr>
          <p:cNvPr id="14" name="Imagen 13">
            <a:extLst>
              <a:ext uri="{FF2B5EF4-FFF2-40B4-BE49-F238E27FC236}">
                <a16:creationId xmlns:a16="http://schemas.microsoft.com/office/drawing/2014/main" id="{9C645858-2738-4EA9-8D09-573ECA0D757E}"/>
              </a:ext>
            </a:extLst>
          </p:cNvPr>
          <p:cNvPicPr>
            <a:picLocks noChangeAspect="1"/>
          </p:cNvPicPr>
          <p:nvPr/>
        </p:nvPicPr>
        <p:blipFill>
          <a:blip r:embed="rId2"/>
          <a:stretch>
            <a:fillRect/>
          </a:stretch>
        </p:blipFill>
        <p:spPr>
          <a:xfrm>
            <a:off x="8045030" y="1933852"/>
            <a:ext cx="2779763" cy="1614593"/>
          </a:xfrm>
          <a:prstGeom prst="rect">
            <a:avLst/>
          </a:prstGeom>
        </p:spPr>
      </p:pic>
      <p:pic>
        <p:nvPicPr>
          <p:cNvPr id="17" name="Imagen 16">
            <a:extLst>
              <a:ext uri="{FF2B5EF4-FFF2-40B4-BE49-F238E27FC236}">
                <a16:creationId xmlns:a16="http://schemas.microsoft.com/office/drawing/2014/main" id="{32FAE37D-6B41-49C1-96FA-7837E6100201}"/>
              </a:ext>
            </a:extLst>
          </p:cNvPr>
          <p:cNvPicPr>
            <a:picLocks noChangeAspect="1"/>
          </p:cNvPicPr>
          <p:nvPr/>
        </p:nvPicPr>
        <p:blipFill>
          <a:blip r:embed="rId3"/>
          <a:stretch>
            <a:fillRect/>
          </a:stretch>
        </p:blipFill>
        <p:spPr>
          <a:xfrm>
            <a:off x="8161006" y="3775744"/>
            <a:ext cx="2547809" cy="1499627"/>
          </a:xfrm>
          <a:prstGeom prst="rect">
            <a:avLst/>
          </a:prstGeom>
        </p:spPr>
      </p:pic>
      <p:sp>
        <p:nvSpPr>
          <p:cNvPr id="2" name="Marcador de número de diapositiva 1">
            <a:extLst>
              <a:ext uri="{FF2B5EF4-FFF2-40B4-BE49-F238E27FC236}">
                <a16:creationId xmlns:a16="http://schemas.microsoft.com/office/drawing/2014/main" id="{39889290-8A6C-4C90-B664-6AB3C0A7DA8B}"/>
              </a:ext>
            </a:extLst>
          </p:cNvPr>
          <p:cNvSpPr>
            <a:spLocks noGrp="1"/>
          </p:cNvSpPr>
          <p:nvPr>
            <p:ph type="sldNum" sz="quarter" idx="4"/>
          </p:nvPr>
        </p:nvSpPr>
        <p:spPr/>
        <p:txBody>
          <a:bodyPr/>
          <a:lstStyle/>
          <a:p>
            <a:pPr rtl="0"/>
            <a:fld id="{B5CEABB6-07DC-46E8-9B57-56EC44A396E5}" type="slidenum">
              <a:rPr lang="es-ES" smtClean="0"/>
              <a:pPr rtl="0"/>
              <a:t>60</a:t>
            </a:fld>
            <a:endParaRPr lang="es-ES" dirty="0"/>
          </a:p>
        </p:txBody>
      </p:sp>
      <p:sp>
        <p:nvSpPr>
          <p:cNvPr id="10" name="Título 4">
            <a:extLst>
              <a:ext uri="{FF2B5EF4-FFF2-40B4-BE49-F238E27FC236}">
                <a16:creationId xmlns:a16="http://schemas.microsoft.com/office/drawing/2014/main" id="{08C055FF-63A1-4568-9BFB-65CF95D1E4AB}"/>
              </a:ext>
            </a:extLst>
          </p:cNvPr>
          <p:cNvSpPr>
            <a:spLocks noGrp="1"/>
          </p:cNvSpPr>
          <p:nvPr>
            <p:ph type="title"/>
          </p:nvPr>
        </p:nvSpPr>
        <p:spPr>
          <a:xfrm>
            <a:off x="891990" y="434225"/>
            <a:ext cx="9524998" cy="1499627"/>
          </a:xfrm>
        </p:spPr>
        <p:txBody>
          <a:bodyPr/>
          <a:lstStyle/>
          <a:p>
            <a:r>
              <a:rPr lang="es-MX" dirty="0"/>
              <a:t>Configuración avanzada de movimiento</a:t>
            </a:r>
          </a:p>
        </p:txBody>
      </p:sp>
      <p:pic>
        <p:nvPicPr>
          <p:cNvPr id="7" name="Imagen 6">
            <a:extLst>
              <a:ext uri="{FF2B5EF4-FFF2-40B4-BE49-F238E27FC236}">
                <a16:creationId xmlns:a16="http://schemas.microsoft.com/office/drawing/2014/main" id="{BA98A617-E102-43F2-833D-7B20E319C864}"/>
              </a:ext>
            </a:extLst>
          </p:cNvPr>
          <p:cNvPicPr>
            <a:picLocks noChangeAspect="1"/>
          </p:cNvPicPr>
          <p:nvPr/>
        </p:nvPicPr>
        <p:blipFill>
          <a:blip r:embed="rId4"/>
          <a:stretch>
            <a:fillRect/>
          </a:stretch>
        </p:blipFill>
        <p:spPr>
          <a:xfrm>
            <a:off x="-7543" y="-25563"/>
            <a:ext cx="888053" cy="900000"/>
          </a:xfrm>
          <a:prstGeom prst="rect">
            <a:avLst/>
          </a:prstGeom>
        </p:spPr>
      </p:pic>
    </p:spTree>
    <p:extLst>
      <p:ext uri="{BB962C8B-B14F-4D97-AF65-F5344CB8AC3E}">
        <p14:creationId xmlns:p14="http://schemas.microsoft.com/office/powerpoint/2010/main" val="418863680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Marcador de contenido 5">
            <a:extLst>
              <a:ext uri="{FF2B5EF4-FFF2-40B4-BE49-F238E27FC236}">
                <a16:creationId xmlns:a16="http://schemas.microsoft.com/office/drawing/2014/main" id="{00653504-9548-4389-9CD8-2E4D3C63105D}"/>
              </a:ext>
            </a:extLst>
          </p:cNvPr>
          <p:cNvSpPr>
            <a:spLocks noGrp="1"/>
          </p:cNvSpPr>
          <p:nvPr>
            <p:ph sz="quarter" idx="10"/>
          </p:nvPr>
        </p:nvSpPr>
        <p:spPr>
          <a:xfrm>
            <a:off x="148962" y="2333030"/>
            <a:ext cx="7396843" cy="6188191"/>
          </a:xfrm>
        </p:spPr>
        <p:txBody>
          <a:bodyPr>
            <a:normAutofit/>
          </a:bodyPr>
          <a:lstStyle/>
          <a:p>
            <a:pPr marL="457200" indent="-457200">
              <a:buFont typeface="Arial" panose="020B0604020202020204" pitchFamily="34" charset="0"/>
              <a:buChar char="•"/>
            </a:pPr>
            <a:r>
              <a:rPr lang="es-ES" sz="2800" b="1" dirty="0"/>
              <a:t>Trayectoria continua (CP):</a:t>
            </a:r>
            <a:r>
              <a:rPr lang="es-ES" sz="2800" dirty="0"/>
              <a:t> </a:t>
            </a:r>
            <a:r>
              <a:rPr lang="es-ES" sz="2400" dirty="0"/>
              <a:t>Es un tipo de movimiento en el que el brazo del robot va desde un punto de inicio hasta un punto final, pasando por un punto intermedio. El robot puede pasar por ese punto haciendo una curva o girando en ángulo recto, sin detenerse.</a:t>
            </a:r>
          </a:p>
          <a:p>
            <a:pPr marL="457200" indent="-457200">
              <a:buFont typeface="Arial" panose="020B0604020202020204" pitchFamily="34" charset="0"/>
              <a:buChar char="•"/>
            </a:pPr>
            <a:endParaRPr lang="es-MX" sz="2400" dirty="0"/>
          </a:p>
        </p:txBody>
      </p:sp>
      <p:pic>
        <p:nvPicPr>
          <p:cNvPr id="5" name="Marcador de contenido 4">
            <a:extLst>
              <a:ext uri="{FF2B5EF4-FFF2-40B4-BE49-F238E27FC236}">
                <a16:creationId xmlns:a16="http://schemas.microsoft.com/office/drawing/2014/main" id="{17EC612F-0AE5-461E-B9BB-E2887CE9C38C}"/>
              </a:ext>
            </a:extLst>
          </p:cNvPr>
          <p:cNvPicPr>
            <a:picLocks noGrp="1" noChangeAspect="1"/>
          </p:cNvPicPr>
          <p:nvPr>
            <p:ph sz="quarter" idx="11"/>
          </p:nvPr>
        </p:nvPicPr>
        <p:blipFill>
          <a:blip r:embed="rId2"/>
          <a:stretch>
            <a:fillRect/>
          </a:stretch>
        </p:blipFill>
        <p:spPr>
          <a:xfrm>
            <a:off x="8060668" y="2857822"/>
            <a:ext cx="3112037" cy="1618259"/>
          </a:xfrm>
        </p:spPr>
      </p:pic>
      <p:sp>
        <p:nvSpPr>
          <p:cNvPr id="2" name="Marcador de número de diapositiva 1">
            <a:extLst>
              <a:ext uri="{FF2B5EF4-FFF2-40B4-BE49-F238E27FC236}">
                <a16:creationId xmlns:a16="http://schemas.microsoft.com/office/drawing/2014/main" id="{32409283-7574-422A-8AA3-7664D4205FC2}"/>
              </a:ext>
            </a:extLst>
          </p:cNvPr>
          <p:cNvSpPr>
            <a:spLocks noGrp="1"/>
          </p:cNvSpPr>
          <p:nvPr>
            <p:ph type="sldNum" sz="quarter" idx="4"/>
          </p:nvPr>
        </p:nvSpPr>
        <p:spPr/>
        <p:txBody>
          <a:bodyPr/>
          <a:lstStyle/>
          <a:p>
            <a:pPr rtl="0"/>
            <a:fld id="{B5CEABB6-07DC-46E8-9B57-56EC44A396E5}" type="slidenum">
              <a:rPr lang="es-ES" smtClean="0"/>
              <a:pPr rtl="0"/>
              <a:t>61</a:t>
            </a:fld>
            <a:endParaRPr lang="es-ES" dirty="0"/>
          </a:p>
        </p:txBody>
      </p:sp>
      <p:sp>
        <p:nvSpPr>
          <p:cNvPr id="7" name="Título 4">
            <a:extLst>
              <a:ext uri="{FF2B5EF4-FFF2-40B4-BE49-F238E27FC236}">
                <a16:creationId xmlns:a16="http://schemas.microsoft.com/office/drawing/2014/main" id="{2F1C2D06-64D6-47C7-9D4D-512C2FB75C94}"/>
              </a:ext>
            </a:extLst>
          </p:cNvPr>
          <p:cNvSpPr>
            <a:spLocks noGrp="1"/>
          </p:cNvSpPr>
          <p:nvPr>
            <p:ph type="title"/>
          </p:nvPr>
        </p:nvSpPr>
        <p:spPr>
          <a:xfrm>
            <a:off x="891990" y="434225"/>
            <a:ext cx="9524998" cy="1499627"/>
          </a:xfrm>
        </p:spPr>
        <p:txBody>
          <a:bodyPr/>
          <a:lstStyle/>
          <a:p>
            <a:r>
              <a:rPr lang="es-MX" dirty="0"/>
              <a:t>Configuración avanzada de movimiento</a:t>
            </a:r>
          </a:p>
        </p:txBody>
      </p:sp>
      <p:pic>
        <p:nvPicPr>
          <p:cNvPr id="8" name="Imagen 7">
            <a:extLst>
              <a:ext uri="{FF2B5EF4-FFF2-40B4-BE49-F238E27FC236}">
                <a16:creationId xmlns:a16="http://schemas.microsoft.com/office/drawing/2014/main" id="{2CAE8188-B64B-4018-8546-F6DBA9029E2D}"/>
              </a:ext>
            </a:extLst>
          </p:cNvPr>
          <p:cNvPicPr>
            <a:picLocks noChangeAspect="1"/>
          </p:cNvPicPr>
          <p:nvPr/>
        </p:nvPicPr>
        <p:blipFill>
          <a:blip r:embed="rId3"/>
          <a:stretch>
            <a:fillRect/>
          </a:stretch>
        </p:blipFill>
        <p:spPr>
          <a:xfrm>
            <a:off x="-7543" y="-25563"/>
            <a:ext cx="888053" cy="900000"/>
          </a:xfrm>
          <a:prstGeom prst="rect">
            <a:avLst/>
          </a:prstGeom>
        </p:spPr>
      </p:pic>
    </p:spTree>
    <p:extLst>
      <p:ext uri="{BB962C8B-B14F-4D97-AF65-F5344CB8AC3E}">
        <p14:creationId xmlns:p14="http://schemas.microsoft.com/office/powerpoint/2010/main" val="204767464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4">
            <a:extLst>
              <a:ext uri="{FF2B5EF4-FFF2-40B4-BE49-F238E27FC236}">
                <a16:creationId xmlns:a16="http://schemas.microsoft.com/office/drawing/2014/main" id="{44502753-8D89-46E8-84C8-0FD500EECD4D}"/>
              </a:ext>
            </a:extLst>
          </p:cNvPr>
          <p:cNvSpPr>
            <a:spLocks noGrp="1"/>
          </p:cNvSpPr>
          <p:nvPr>
            <p:ph type="title"/>
          </p:nvPr>
        </p:nvSpPr>
        <p:spPr/>
        <p:txBody>
          <a:bodyPr/>
          <a:lstStyle/>
          <a:p>
            <a:r>
              <a:rPr lang="es-ES" dirty="0"/>
              <a:t>Bloques de Postura</a:t>
            </a:r>
            <a:endParaRPr lang="es-MX" dirty="0"/>
          </a:p>
        </p:txBody>
      </p:sp>
      <p:sp>
        <p:nvSpPr>
          <p:cNvPr id="6" name="Marcador de contenido 5">
            <a:extLst>
              <a:ext uri="{FF2B5EF4-FFF2-40B4-BE49-F238E27FC236}">
                <a16:creationId xmlns:a16="http://schemas.microsoft.com/office/drawing/2014/main" id="{00653504-9548-4389-9CD8-2E4D3C63105D}"/>
              </a:ext>
            </a:extLst>
          </p:cNvPr>
          <p:cNvSpPr>
            <a:spLocks noGrp="1"/>
          </p:cNvSpPr>
          <p:nvPr>
            <p:ph sz="quarter" idx="10"/>
          </p:nvPr>
        </p:nvSpPr>
        <p:spPr>
          <a:xfrm>
            <a:off x="244928" y="2123126"/>
            <a:ext cx="6257366" cy="3914910"/>
          </a:xfrm>
        </p:spPr>
        <p:txBody>
          <a:bodyPr>
            <a:normAutofit/>
          </a:bodyPr>
          <a:lstStyle/>
          <a:p>
            <a:r>
              <a:rPr lang="es-ES" dirty="0"/>
              <a:t>Los bloques de postura en Dobot Studio Pro permiten al robot alcanzar posiciones específicas definidas por el usuario, facilitando tareas como la calibración, la repetición de movimientos y la programación de trayectorias complejas.</a:t>
            </a:r>
          </a:p>
          <a:p>
            <a:pPr marL="342900" indent="-342900">
              <a:buFont typeface="Arial" panose="020B0604020202020204" pitchFamily="34" charset="0"/>
              <a:buChar char="•"/>
            </a:pPr>
            <a:r>
              <a:rPr lang="es-ES" sz="2000" b="1" dirty="0"/>
              <a:t>Obtener coordenadas cartesianas de la postura actual:</a:t>
            </a:r>
            <a:r>
              <a:rPr lang="es-ES" sz="2000" dirty="0"/>
              <a:t> </a:t>
            </a:r>
            <a:r>
              <a:rPr lang="es-ES" dirty="0"/>
              <a:t>Consigue las coordenadas (posiciones en X, Y, Z) donde está ubicado el robot en este momento </a:t>
            </a:r>
          </a:p>
          <a:p>
            <a:pPr marL="342900" indent="-342900">
              <a:buFont typeface="Arial" panose="020B0604020202020204" pitchFamily="34" charset="0"/>
              <a:buChar char="•"/>
            </a:pPr>
            <a:r>
              <a:rPr lang="es-ES" sz="2000" b="1" dirty="0"/>
              <a:t>Obtener valor </a:t>
            </a:r>
            <a:r>
              <a:rPr lang="es-ES" dirty="0"/>
              <a:t>Toma el valor de una posición específica (como X, Y o Z) de la ubicación actual del robot.</a:t>
            </a:r>
            <a:br>
              <a:rPr lang="es-ES" sz="2000" dirty="0"/>
            </a:br>
            <a:endParaRPr lang="es-MX" dirty="0"/>
          </a:p>
        </p:txBody>
      </p:sp>
      <p:pic>
        <p:nvPicPr>
          <p:cNvPr id="11" name="Marcador de contenido 10">
            <a:extLst>
              <a:ext uri="{FF2B5EF4-FFF2-40B4-BE49-F238E27FC236}">
                <a16:creationId xmlns:a16="http://schemas.microsoft.com/office/drawing/2014/main" id="{939AD360-EA9A-420A-A64C-D10210BB9ADA}"/>
              </a:ext>
            </a:extLst>
          </p:cNvPr>
          <p:cNvPicPr>
            <a:picLocks noGrp="1" noChangeAspect="1"/>
          </p:cNvPicPr>
          <p:nvPr>
            <p:ph sz="quarter" idx="11"/>
          </p:nvPr>
        </p:nvPicPr>
        <p:blipFill>
          <a:blip r:embed="rId2"/>
          <a:stretch>
            <a:fillRect/>
          </a:stretch>
        </p:blipFill>
        <p:spPr>
          <a:xfrm>
            <a:off x="7782554" y="3820757"/>
            <a:ext cx="3176944" cy="519648"/>
          </a:xfrm>
        </p:spPr>
      </p:pic>
      <p:pic>
        <p:nvPicPr>
          <p:cNvPr id="13" name="Imagen 12">
            <a:extLst>
              <a:ext uri="{FF2B5EF4-FFF2-40B4-BE49-F238E27FC236}">
                <a16:creationId xmlns:a16="http://schemas.microsoft.com/office/drawing/2014/main" id="{1D2ADCC1-38FE-47CC-BF3D-359721852D67}"/>
              </a:ext>
            </a:extLst>
          </p:cNvPr>
          <p:cNvPicPr>
            <a:picLocks noChangeAspect="1"/>
          </p:cNvPicPr>
          <p:nvPr/>
        </p:nvPicPr>
        <p:blipFill>
          <a:blip r:embed="rId3"/>
          <a:stretch>
            <a:fillRect/>
          </a:stretch>
        </p:blipFill>
        <p:spPr>
          <a:xfrm>
            <a:off x="7432731" y="4646984"/>
            <a:ext cx="4326464" cy="554329"/>
          </a:xfrm>
          <a:prstGeom prst="rect">
            <a:avLst/>
          </a:prstGeom>
        </p:spPr>
      </p:pic>
      <p:sp>
        <p:nvSpPr>
          <p:cNvPr id="2" name="Marcador de número de diapositiva 1">
            <a:extLst>
              <a:ext uri="{FF2B5EF4-FFF2-40B4-BE49-F238E27FC236}">
                <a16:creationId xmlns:a16="http://schemas.microsoft.com/office/drawing/2014/main" id="{EEA3F3C8-AFC9-4B0E-8E1C-0EDB48B40668}"/>
              </a:ext>
            </a:extLst>
          </p:cNvPr>
          <p:cNvSpPr>
            <a:spLocks noGrp="1"/>
          </p:cNvSpPr>
          <p:nvPr>
            <p:ph type="sldNum" sz="quarter" idx="4"/>
          </p:nvPr>
        </p:nvSpPr>
        <p:spPr/>
        <p:txBody>
          <a:bodyPr/>
          <a:lstStyle/>
          <a:p>
            <a:pPr rtl="0"/>
            <a:fld id="{B5CEABB6-07DC-46E8-9B57-56EC44A396E5}" type="slidenum">
              <a:rPr lang="es-ES" smtClean="0"/>
              <a:pPr rtl="0"/>
              <a:t>62</a:t>
            </a:fld>
            <a:endParaRPr lang="es-ES" dirty="0"/>
          </a:p>
        </p:txBody>
      </p:sp>
      <p:pic>
        <p:nvPicPr>
          <p:cNvPr id="7" name="Imagen 6">
            <a:extLst>
              <a:ext uri="{FF2B5EF4-FFF2-40B4-BE49-F238E27FC236}">
                <a16:creationId xmlns:a16="http://schemas.microsoft.com/office/drawing/2014/main" id="{2BE371C6-BA5D-4EEE-B6FD-BDDE444E4C05}"/>
              </a:ext>
            </a:extLst>
          </p:cNvPr>
          <p:cNvPicPr>
            <a:picLocks noChangeAspect="1"/>
          </p:cNvPicPr>
          <p:nvPr/>
        </p:nvPicPr>
        <p:blipFill>
          <a:blip r:embed="rId4"/>
          <a:stretch>
            <a:fillRect/>
          </a:stretch>
        </p:blipFill>
        <p:spPr>
          <a:xfrm>
            <a:off x="-7543" y="-25563"/>
            <a:ext cx="888053" cy="900000"/>
          </a:xfrm>
          <a:prstGeom prst="rect">
            <a:avLst/>
          </a:prstGeom>
        </p:spPr>
      </p:pic>
    </p:spTree>
    <p:extLst>
      <p:ext uri="{BB962C8B-B14F-4D97-AF65-F5344CB8AC3E}">
        <p14:creationId xmlns:p14="http://schemas.microsoft.com/office/powerpoint/2010/main" val="391806671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4">
            <a:extLst>
              <a:ext uri="{FF2B5EF4-FFF2-40B4-BE49-F238E27FC236}">
                <a16:creationId xmlns:a16="http://schemas.microsoft.com/office/drawing/2014/main" id="{44502753-8D89-46E8-84C8-0FD500EECD4D}"/>
              </a:ext>
            </a:extLst>
          </p:cNvPr>
          <p:cNvSpPr>
            <a:spLocks noGrp="1"/>
          </p:cNvSpPr>
          <p:nvPr>
            <p:ph type="title"/>
          </p:nvPr>
        </p:nvSpPr>
        <p:spPr/>
        <p:txBody>
          <a:bodyPr/>
          <a:lstStyle/>
          <a:p>
            <a:r>
              <a:rPr lang="es-ES" dirty="0"/>
              <a:t>Bloques de Postura</a:t>
            </a:r>
            <a:endParaRPr lang="es-MX" dirty="0"/>
          </a:p>
        </p:txBody>
      </p:sp>
      <p:sp>
        <p:nvSpPr>
          <p:cNvPr id="6" name="Marcador de contenido 5">
            <a:extLst>
              <a:ext uri="{FF2B5EF4-FFF2-40B4-BE49-F238E27FC236}">
                <a16:creationId xmlns:a16="http://schemas.microsoft.com/office/drawing/2014/main" id="{00653504-9548-4389-9CD8-2E4D3C63105D}"/>
              </a:ext>
            </a:extLst>
          </p:cNvPr>
          <p:cNvSpPr>
            <a:spLocks noGrp="1"/>
          </p:cNvSpPr>
          <p:nvPr>
            <p:ph sz="quarter" idx="10"/>
          </p:nvPr>
        </p:nvSpPr>
        <p:spPr>
          <a:xfrm>
            <a:off x="244928" y="2123126"/>
            <a:ext cx="6257366" cy="3914910"/>
          </a:xfrm>
        </p:spPr>
        <p:txBody>
          <a:bodyPr>
            <a:normAutofit/>
          </a:bodyPr>
          <a:lstStyle/>
          <a:p>
            <a:pPr marL="342900" indent="-342900">
              <a:buFont typeface="Arial" panose="020B0604020202020204" pitchFamily="34" charset="0"/>
              <a:buChar char="•"/>
            </a:pPr>
            <a:r>
              <a:rPr lang="es-ES" sz="2000" b="1" dirty="0"/>
              <a:t>Obtener coordenadas articulares de la postura actual:</a:t>
            </a:r>
            <a:r>
              <a:rPr lang="es-ES" sz="2000" dirty="0"/>
              <a:t> </a:t>
            </a:r>
            <a:r>
              <a:rPr lang="es-ES" dirty="0"/>
              <a:t>Consigue los ángulos o posiciones de cada articulación del robot en su posición actual.</a:t>
            </a:r>
          </a:p>
          <a:p>
            <a:pPr marL="342900" indent="-342900">
              <a:buFont typeface="Arial" panose="020B0604020202020204" pitchFamily="34" charset="0"/>
              <a:buChar char="•"/>
            </a:pPr>
            <a:r>
              <a:rPr lang="es-ES" sz="2000" b="1" dirty="0"/>
              <a:t>Obtener valor articular específico de la postura actual:</a:t>
            </a:r>
            <a:r>
              <a:rPr lang="es-ES" sz="2000" dirty="0"/>
              <a:t> </a:t>
            </a:r>
            <a:r>
              <a:rPr lang="es-ES" dirty="0"/>
              <a:t>Obtiene el valor (ángulo o posición) de una articulación específica del robot en la postura actual.</a:t>
            </a:r>
            <a:endParaRPr lang="es-MX" dirty="0"/>
          </a:p>
        </p:txBody>
      </p:sp>
      <p:pic>
        <p:nvPicPr>
          <p:cNvPr id="15" name="Imagen 14">
            <a:extLst>
              <a:ext uri="{FF2B5EF4-FFF2-40B4-BE49-F238E27FC236}">
                <a16:creationId xmlns:a16="http://schemas.microsoft.com/office/drawing/2014/main" id="{1A317788-E659-4817-9D73-D8ABD0EB51B9}"/>
              </a:ext>
            </a:extLst>
          </p:cNvPr>
          <p:cNvPicPr>
            <a:picLocks noChangeAspect="1"/>
          </p:cNvPicPr>
          <p:nvPr/>
        </p:nvPicPr>
        <p:blipFill>
          <a:blip r:embed="rId2"/>
          <a:stretch>
            <a:fillRect/>
          </a:stretch>
        </p:blipFill>
        <p:spPr>
          <a:xfrm>
            <a:off x="6807269" y="2464989"/>
            <a:ext cx="4242785" cy="707131"/>
          </a:xfrm>
          <a:prstGeom prst="rect">
            <a:avLst/>
          </a:prstGeom>
        </p:spPr>
      </p:pic>
      <p:pic>
        <p:nvPicPr>
          <p:cNvPr id="17" name="Imagen 16">
            <a:extLst>
              <a:ext uri="{FF2B5EF4-FFF2-40B4-BE49-F238E27FC236}">
                <a16:creationId xmlns:a16="http://schemas.microsoft.com/office/drawing/2014/main" id="{EC9705BE-AFFE-46B2-8C81-25DE8C7D993D}"/>
              </a:ext>
            </a:extLst>
          </p:cNvPr>
          <p:cNvPicPr>
            <a:picLocks noChangeAspect="1"/>
          </p:cNvPicPr>
          <p:nvPr/>
        </p:nvPicPr>
        <p:blipFill>
          <a:blip r:embed="rId3"/>
          <a:stretch>
            <a:fillRect/>
          </a:stretch>
        </p:blipFill>
        <p:spPr>
          <a:xfrm>
            <a:off x="6606432" y="3400147"/>
            <a:ext cx="4326218" cy="498085"/>
          </a:xfrm>
          <a:prstGeom prst="rect">
            <a:avLst/>
          </a:prstGeom>
        </p:spPr>
      </p:pic>
      <p:sp>
        <p:nvSpPr>
          <p:cNvPr id="2" name="Marcador de número de diapositiva 1">
            <a:extLst>
              <a:ext uri="{FF2B5EF4-FFF2-40B4-BE49-F238E27FC236}">
                <a16:creationId xmlns:a16="http://schemas.microsoft.com/office/drawing/2014/main" id="{EEA3F3C8-AFC9-4B0E-8E1C-0EDB48B40668}"/>
              </a:ext>
            </a:extLst>
          </p:cNvPr>
          <p:cNvSpPr>
            <a:spLocks noGrp="1"/>
          </p:cNvSpPr>
          <p:nvPr>
            <p:ph type="sldNum" sz="quarter" idx="4"/>
          </p:nvPr>
        </p:nvSpPr>
        <p:spPr/>
        <p:txBody>
          <a:bodyPr/>
          <a:lstStyle/>
          <a:p>
            <a:pPr rtl="0"/>
            <a:fld id="{B5CEABB6-07DC-46E8-9B57-56EC44A396E5}" type="slidenum">
              <a:rPr lang="es-ES" smtClean="0"/>
              <a:pPr rtl="0"/>
              <a:t>63</a:t>
            </a:fld>
            <a:endParaRPr lang="es-ES" dirty="0"/>
          </a:p>
        </p:txBody>
      </p:sp>
      <p:pic>
        <p:nvPicPr>
          <p:cNvPr id="7" name="Imagen 6">
            <a:extLst>
              <a:ext uri="{FF2B5EF4-FFF2-40B4-BE49-F238E27FC236}">
                <a16:creationId xmlns:a16="http://schemas.microsoft.com/office/drawing/2014/main" id="{B5D87E4F-C116-4E79-8385-066AD0735F8A}"/>
              </a:ext>
            </a:extLst>
          </p:cNvPr>
          <p:cNvPicPr>
            <a:picLocks noChangeAspect="1"/>
          </p:cNvPicPr>
          <p:nvPr/>
        </p:nvPicPr>
        <p:blipFill>
          <a:blip r:embed="rId4"/>
          <a:stretch>
            <a:fillRect/>
          </a:stretch>
        </p:blipFill>
        <p:spPr>
          <a:xfrm>
            <a:off x="-7543" y="-25563"/>
            <a:ext cx="888053" cy="900000"/>
          </a:xfrm>
          <a:prstGeom prst="rect">
            <a:avLst/>
          </a:prstGeom>
        </p:spPr>
      </p:pic>
    </p:spTree>
    <p:extLst>
      <p:ext uri="{BB962C8B-B14F-4D97-AF65-F5344CB8AC3E}">
        <p14:creationId xmlns:p14="http://schemas.microsoft.com/office/powerpoint/2010/main" val="360186687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Marcador de contenido 5">
            <a:extLst>
              <a:ext uri="{FF2B5EF4-FFF2-40B4-BE49-F238E27FC236}">
                <a16:creationId xmlns:a16="http://schemas.microsoft.com/office/drawing/2014/main" id="{34E24264-76B7-4CEE-89C8-7ED41180125D}"/>
              </a:ext>
            </a:extLst>
          </p:cNvPr>
          <p:cNvSpPr>
            <a:spLocks noGrp="1"/>
          </p:cNvSpPr>
          <p:nvPr>
            <p:ph sz="quarter" idx="10"/>
          </p:nvPr>
        </p:nvSpPr>
        <p:spPr>
          <a:xfrm>
            <a:off x="340659" y="2305276"/>
            <a:ext cx="5755341" cy="6196404"/>
          </a:xfrm>
        </p:spPr>
        <p:txBody>
          <a:bodyPr>
            <a:normAutofit/>
          </a:bodyPr>
          <a:lstStyle/>
          <a:p>
            <a:r>
              <a:rPr lang="es-ES" sz="2400" b="1" dirty="0"/>
              <a:t>Obtener coordenadas tras desplazamiento:</a:t>
            </a:r>
            <a:r>
              <a:rPr lang="es-ES" sz="2400" dirty="0"/>
              <a:t> </a:t>
            </a:r>
            <a:r>
              <a:rPr lang="es-ES" sz="2000" dirty="0"/>
              <a:t>Consigue las coordenadas de un punto después de moverlo una cierta distancia o dirección.</a:t>
            </a:r>
          </a:p>
          <a:p>
            <a:r>
              <a:rPr lang="es-ES" sz="2400" b="1" dirty="0"/>
              <a:t>Establecer coordenadas cartesianas:</a:t>
            </a:r>
            <a:r>
              <a:rPr lang="es-ES" sz="2400" dirty="0"/>
              <a:t> </a:t>
            </a:r>
            <a:r>
              <a:rPr lang="es-ES" sz="2000" dirty="0"/>
              <a:t>Define una posición usando los valores X, Y </a:t>
            </a:r>
            <a:r>
              <a:rPr lang="es-ES" sz="2000" dirty="0" err="1"/>
              <a:t>y</a:t>
            </a:r>
            <a:r>
              <a:rPr lang="es-ES" sz="2000" dirty="0"/>
              <a:t> Z dentro del sistema de coordenadas cartesianas.</a:t>
            </a:r>
          </a:p>
          <a:p>
            <a:endParaRPr lang="es-ES" sz="2400" dirty="0"/>
          </a:p>
        </p:txBody>
      </p:sp>
      <p:pic>
        <p:nvPicPr>
          <p:cNvPr id="7" name="Marcador de contenido 6">
            <a:extLst>
              <a:ext uri="{FF2B5EF4-FFF2-40B4-BE49-F238E27FC236}">
                <a16:creationId xmlns:a16="http://schemas.microsoft.com/office/drawing/2014/main" id="{5DAE825D-D331-4020-A0E2-FE3FDD520704}"/>
              </a:ext>
            </a:extLst>
          </p:cNvPr>
          <p:cNvPicPr>
            <a:picLocks noGrp="1" noChangeAspect="1"/>
          </p:cNvPicPr>
          <p:nvPr>
            <p:ph sz="quarter" idx="11"/>
          </p:nvPr>
        </p:nvPicPr>
        <p:blipFill>
          <a:blip r:embed="rId2"/>
          <a:stretch>
            <a:fillRect/>
          </a:stretch>
        </p:blipFill>
        <p:spPr>
          <a:xfrm>
            <a:off x="5658449" y="2968381"/>
            <a:ext cx="6192892" cy="451304"/>
          </a:xfrm>
        </p:spPr>
      </p:pic>
      <p:pic>
        <p:nvPicPr>
          <p:cNvPr id="10" name="Imagen 9">
            <a:extLst>
              <a:ext uri="{FF2B5EF4-FFF2-40B4-BE49-F238E27FC236}">
                <a16:creationId xmlns:a16="http://schemas.microsoft.com/office/drawing/2014/main" id="{616729EF-259C-4D2F-9B18-481795BADB3F}"/>
              </a:ext>
            </a:extLst>
          </p:cNvPr>
          <p:cNvPicPr>
            <a:picLocks noChangeAspect="1"/>
          </p:cNvPicPr>
          <p:nvPr/>
        </p:nvPicPr>
        <p:blipFill>
          <a:blip r:embed="rId3"/>
          <a:stretch>
            <a:fillRect/>
          </a:stretch>
        </p:blipFill>
        <p:spPr>
          <a:xfrm>
            <a:off x="5857541" y="3981306"/>
            <a:ext cx="5929631" cy="451304"/>
          </a:xfrm>
          <a:prstGeom prst="rect">
            <a:avLst/>
          </a:prstGeom>
        </p:spPr>
      </p:pic>
      <p:sp>
        <p:nvSpPr>
          <p:cNvPr id="2" name="Marcador de número de diapositiva 1">
            <a:extLst>
              <a:ext uri="{FF2B5EF4-FFF2-40B4-BE49-F238E27FC236}">
                <a16:creationId xmlns:a16="http://schemas.microsoft.com/office/drawing/2014/main" id="{AA739E79-D26F-4788-8FCA-7EF980E4851C}"/>
              </a:ext>
            </a:extLst>
          </p:cNvPr>
          <p:cNvSpPr>
            <a:spLocks noGrp="1"/>
          </p:cNvSpPr>
          <p:nvPr>
            <p:ph type="sldNum" sz="quarter" idx="4"/>
          </p:nvPr>
        </p:nvSpPr>
        <p:spPr/>
        <p:txBody>
          <a:bodyPr/>
          <a:lstStyle/>
          <a:p>
            <a:pPr rtl="0"/>
            <a:fld id="{B5CEABB6-07DC-46E8-9B57-56EC44A396E5}" type="slidenum">
              <a:rPr lang="es-ES" smtClean="0"/>
              <a:pPr rtl="0"/>
              <a:t>64</a:t>
            </a:fld>
            <a:endParaRPr lang="es-ES" dirty="0"/>
          </a:p>
        </p:txBody>
      </p:sp>
      <p:sp>
        <p:nvSpPr>
          <p:cNvPr id="8" name="Título 4">
            <a:extLst>
              <a:ext uri="{FF2B5EF4-FFF2-40B4-BE49-F238E27FC236}">
                <a16:creationId xmlns:a16="http://schemas.microsoft.com/office/drawing/2014/main" id="{255C1B64-D571-43E6-8CCF-622081EEF138}"/>
              </a:ext>
            </a:extLst>
          </p:cNvPr>
          <p:cNvSpPr>
            <a:spLocks noGrp="1"/>
          </p:cNvSpPr>
          <p:nvPr>
            <p:ph type="title"/>
          </p:nvPr>
        </p:nvSpPr>
        <p:spPr>
          <a:xfrm>
            <a:off x="891990" y="434225"/>
            <a:ext cx="9524998" cy="1499627"/>
          </a:xfrm>
        </p:spPr>
        <p:txBody>
          <a:bodyPr/>
          <a:lstStyle/>
          <a:p>
            <a:r>
              <a:rPr lang="es-ES" dirty="0"/>
              <a:t>Bloques de Postura</a:t>
            </a:r>
            <a:endParaRPr lang="es-MX" dirty="0"/>
          </a:p>
        </p:txBody>
      </p:sp>
      <p:pic>
        <p:nvPicPr>
          <p:cNvPr id="9" name="Imagen 8">
            <a:extLst>
              <a:ext uri="{FF2B5EF4-FFF2-40B4-BE49-F238E27FC236}">
                <a16:creationId xmlns:a16="http://schemas.microsoft.com/office/drawing/2014/main" id="{461902AC-4888-428E-90A2-5B6A2EFEE047}"/>
              </a:ext>
            </a:extLst>
          </p:cNvPr>
          <p:cNvPicPr>
            <a:picLocks noChangeAspect="1"/>
          </p:cNvPicPr>
          <p:nvPr/>
        </p:nvPicPr>
        <p:blipFill>
          <a:blip r:embed="rId4"/>
          <a:stretch>
            <a:fillRect/>
          </a:stretch>
        </p:blipFill>
        <p:spPr>
          <a:xfrm>
            <a:off x="-7543" y="-25563"/>
            <a:ext cx="888053" cy="900000"/>
          </a:xfrm>
          <a:prstGeom prst="rect">
            <a:avLst/>
          </a:prstGeom>
        </p:spPr>
      </p:pic>
    </p:spTree>
    <p:extLst>
      <p:ext uri="{BB962C8B-B14F-4D97-AF65-F5344CB8AC3E}">
        <p14:creationId xmlns:p14="http://schemas.microsoft.com/office/powerpoint/2010/main" val="324386555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Marcador de contenido 5">
            <a:extLst>
              <a:ext uri="{FF2B5EF4-FFF2-40B4-BE49-F238E27FC236}">
                <a16:creationId xmlns:a16="http://schemas.microsoft.com/office/drawing/2014/main" id="{34E24264-76B7-4CEE-89C8-7ED41180125D}"/>
              </a:ext>
            </a:extLst>
          </p:cNvPr>
          <p:cNvSpPr>
            <a:spLocks noGrp="1"/>
          </p:cNvSpPr>
          <p:nvPr>
            <p:ph sz="quarter" idx="10"/>
          </p:nvPr>
        </p:nvSpPr>
        <p:spPr>
          <a:xfrm>
            <a:off x="851463" y="2429718"/>
            <a:ext cx="5755341" cy="6196404"/>
          </a:xfrm>
        </p:spPr>
        <p:txBody>
          <a:bodyPr>
            <a:normAutofit/>
          </a:bodyPr>
          <a:lstStyle/>
          <a:p>
            <a:r>
              <a:rPr lang="es-ES" sz="2400" b="1" dirty="0"/>
              <a:t>Obtener coordenadas:</a:t>
            </a:r>
            <a:r>
              <a:rPr lang="es-ES" sz="2400" dirty="0"/>
              <a:t> </a:t>
            </a:r>
            <a:r>
              <a:rPr lang="es-ES" sz="2000" dirty="0"/>
              <a:t>Saca las posiciones (valores de X, Y, Z) de un punto específico en el espacio usando el sistema cartesiano.</a:t>
            </a:r>
          </a:p>
          <a:p>
            <a:r>
              <a:rPr lang="es-ES" sz="2400" b="1" dirty="0"/>
              <a:t>Obtener coordenadas de un eje específico:</a:t>
            </a:r>
            <a:r>
              <a:rPr lang="es-ES" sz="2400" dirty="0"/>
              <a:t> </a:t>
            </a:r>
            <a:r>
              <a:rPr lang="es-ES" sz="2000" dirty="0"/>
              <a:t>Obtiene el valor solo de un eje (X, Y o Z) del punto que elijas en el sistema cartesiano.</a:t>
            </a:r>
          </a:p>
          <a:p>
            <a:endParaRPr lang="es-ES" sz="2400" dirty="0"/>
          </a:p>
        </p:txBody>
      </p:sp>
      <p:pic>
        <p:nvPicPr>
          <p:cNvPr id="13" name="Imagen 12">
            <a:extLst>
              <a:ext uri="{FF2B5EF4-FFF2-40B4-BE49-F238E27FC236}">
                <a16:creationId xmlns:a16="http://schemas.microsoft.com/office/drawing/2014/main" id="{50034219-8BB0-4144-974D-52023572DF25}"/>
              </a:ext>
            </a:extLst>
          </p:cNvPr>
          <p:cNvPicPr>
            <a:picLocks noChangeAspect="1"/>
          </p:cNvPicPr>
          <p:nvPr/>
        </p:nvPicPr>
        <p:blipFill>
          <a:blip r:embed="rId2"/>
          <a:stretch>
            <a:fillRect/>
          </a:stretch>
        </p:blipFill>
        <p:spPr>
          <a:xfrm>
            <a:off x="7613326" y="2653767"/>
            <a:ext cx="2462840" cy="637238"/>
          </a:xfrm>
          <a:prstGeom prst="rect">
            <a:avLst/>
          </a:prstGeom>
        </p:spPr>
      </p:pic>
      <p:pic>
        <p:nvPicPr>
          <p:cNvPr id="16" name="Imagen 15">
            <a:extLst>
              <a:ext uri="{FF2B5EF4-FFF2-40B4-BE49-F238E27FC236}">
                <a16:creationId xmlns:a16="http://schemas.microsoft.com/office/drawing/2014/main" id="{E3837DF8-43D6-4EBE-A05D-4093D3437519}"/>
              </a:ext>
            </a:extLst>
          </p:cNvPr>
          <p:cNvPicPr>
            <a:picLocks noChangeAspect="1"/>
          </p:cNvPicPr>
          <p:nvPr/>
        </p:nvPicPr>
        <p:blipFill>
          <a:blip r:embed="rId3"/>
          <a:stretch>
            <a:fillRect/>
          </a:stretch>
        </p:blipFill>
        <p:spPr>
          <a:xfrm>
            <a:off x="7096041" y="4010921"/>
            <a:ext cx="3497410" cy="592781"/>
          </a:xfrm>
          <a:prstGeom prst="rect">
            <a:avLst/>
          </a:prstGeom>
        </p:spPr>
      </p:pic>
      <p:sp>
        <p:nvSpPr>
          <p:cNvPr id="2" name="Marcador de número de diapositiva 1">
            <a:extLst>
              <a:ext uri="{FF2B5EF4-FFF2-40B4-BE49-F238E27FC236}">
                <a16:creationId xmlns:a16="http://schemas.microsoft.com/office/drawing/2014/main" id="{AA739E79-D26F-4788-8FCA-7EF980E4851C}"/>
              </a:ext>
            </a:extLst>
          </p:cNvPr>
          <p:cNvSpPr>
            <a:spLocks noGrp="1"/>
          </p:cNvSpPr>
          <p:nvPr>
            <p:ph type="sldNum" sz="quarter" idx="4"/>
          </p:nvPr>
        </p:nvSpPr>
        <p:spPr/>
        <p:txBody>
          <a:bodyPr/>
          <a:lstStyle/>
          <a:p>
            <a:pPr rtl="0"/>
            <a:fld id="{B5CEABB6-07DC-46E8-9B57-56EC44A396E5}" type="slidenum">
              <a:rPr lang="es-ES" smtClean="0"/>
              <a:pPr rtl="0"/>
              <a:t>65</a:t>
            </a:fld>
            <a:endParaRPr lang="es-ES" dirty="0"/>
          </a:p>
        </p:txBody>
      </p:sp>
      <p:sp>
        <p:nvSpPr>
          <p:cNvPr id="11" name="Título 4">
            <a:extLst>
              <a:ext uri="{FF2B5EF4-FFF2-40B4-BE49-F238E27FC236}">
                <a16:creationId xmlns:a16="http://schemas.microsoft.com/office/drawing/2014/main" id="{6A90ACEB-1E5B-4E43-B5E0-80E536932FEB}"/>
              </a:ext>
            </a:extLst>
          </p:cNvPr>
          <p:cNvSpPr>
            <a:spLocks noGrp="1"/>
          </p:cNvSpPr>
          <p:nvPr>
            <p:ph type="title"/>
          </p:nvPr>
        </p:nvSpPr>
        <p:spPr>
          <a:xfrm>
            <a:off x="891990" y="434225"/>
            <a:ext cx="9524998" cy="1499627"/>
          </a:xfrm>
        </p:spPr>
        <p:txBody>
          <a:bodyPr/>
          <a:lstStyle/>
          <a:p>
            <a:r>
              <a:rPr lang="es-ES" dirty="0"/>
              <a:t>Bloques de Postura</a:t>
            </a:r>
            <a:endParaRPr lang="es-MX" dirty="0"/>
          </a:p>
        </p:txBody>
      </p:sp>
      <p:pic>
        <p:nvPicPr>
          <p:cNvPr id="7" name="Imagen 6">
            <a:extLst>
              <a:ext uri="{FF2B5EF4-FFF2-40B4-BE49-F238E27FC236}">
                <a16:creationId xmlns:a16="http://schemas.microsoft.com/office/drawing/2014/main" id="{D2182FB5-0BD0-4A60-8E3F-8CE6A0F8BF80}"/>
              </a:ext>
            </a:extLst>
          </p:cNvPr>
          <p:cNvPicPr>
            <a:picLocks noChangeAspect="1"/>
          </p:cNvPicPr>
          <p:nvPr/>
        </p:nvPicPr>
        <p:blipFill>
          <a:blip r:embed="rId4"/>
          <a:stretch>
            <a:fillRect/>
          </a:stretch>
        </p:blipFill>
        <p:spPr>
          <a:xfrm>
            <a:off x="-7543" y="-25563"/>
            <a:ext cx="888053" cy="900000"/>
          </a:xfrm>
          <a:prstGeom prst="rect">
            <a:avLst/>
          </a:prstGeom>
        </p:spPr>
      </p:pic>
    </p:spTree>
    <p:extLst>
      <p:ext uri="{BB962C8B-B14F-4D97-AF65-F5344CB8AC3E}">
        <p14:creationId xmlns:p14="http://schemas.microsoft.com/office/powerpoint/2010/main" val="351487091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Marcador de contenido 5">
            <a:extLst>
              <a:ext uri="{FF2B5EF4-FFF2-40B4-BE49-F238E27FC236}">
                <a16:creationId xmlns:a16="http://schemas.microsoft.com/office/drawing/2014/main" id="{34E24264-76B7-4CEE-89C8-7ED41180125D}"/>
              </a:ext>
            </a:extLst>
          </p:cNvPr>
          <p:cNvSpPr>
            <a:spLocks noGrp="1"/>
          </p:cNvSpPr>
          <p:nvPr>
            <p:ph sz="quarter" idx="10"/>
          </p:nvPr>
        </p:nvSpPr>
        <p:spPr>
          <a:xfrm>
            <a:off x="689809" y="2733103"/>
            <a:ext cx="5755341" cy="6196404"/>
          </a:xfrm>
        </p:spPr>
        <p:txBody>
          <a:bodyPr>
            <a:normAutofit/>
          </a:bodyPr>
          <a:lstStyle/>
          <a:p>
            <a:r>
              <a:rPr lang="es-ES" sz="2400" b="1" dirty="0"/>
              <a:t>Ajustar coordenadas:</a:t>
            </a:r>
            <a:r>
              <a:rPr lang="es-ES" sz="2400" dirty="0"/>
              <a:t> </a:t>
            </a:r>
            <a:r>
              <a:rPr lang="es-ES" sz="2000" dirty="0"/>
              <a:t>Cambiar el valor de una posición específica en uno de los ejes (X, Y o Z) dentro del sistema de coordenadas cartesianas.</a:t>
            </a:r>
          </a:p>
          <a:p>
            <a:pPr marL="0" indent="0">
              <a:buNone/>
            </a:pPr>
            <a:endParaRPr lang="es-ES" sz="2400" dirty="0"/>
          </a:p>
        </p:txBody>
      </p:sp>
      <p:pic>
        <p:nvPicPr>
          <p:cNvPr id="5" name="Marcador de contenido 4">
            <a:extLst>
              <a:ext uri="{FF2B5EF4-FFF2-40B4-BE49-F238E27FC236}">
                <a16:creationId xmlns:a16="http://schemas.microsoft.com/office/drawing/2014/main" id="{A4456859-502E-4772-BA3F-0706F484C6BB}"/>
              </a:ext>
            </a:extLst>
          </p:cNvPr>
          <p:cNvPicPr>
            <a:picLocks noGrp="1" noChangeAspect="1"/>
          </p:cNvPicPr>
          <p:nvPr>
            <p:ph sz="quarter" idx="11"/>
          </p:nvPr>
        </p:nvPicPr>
        <p:blipFill>
          <a:blip r:embed="rId2"/>
          <a:stretch>
            <a:fillRect/>
          </a:stretch>
        </p:blipFill>
        <p:spPr>
          <a:xfrm>
            <a:off x="7266075" y="2935577"/>
            <a:ext cx="4492689" cy="641812"/>
          </a:xfrm>
        </p:spPr>
      </p:pic>
      <p:sp>
        <p:nvSpPr>
          <p:cNvPr id="2" name="Marcador de número de diapositiva 1">
            <a:extLst>
              <a:ext uri="{FF2B5EF4-FFF2-40B4-BE49-F238E27FC236}">
                <a16:creationId xmlns:a16="http://schemas.microsoft.com/office/drawing/2014/main" id="{6BE67294-B65B-4060-88E1-AEA26BA55CDA}"/>
              </a:ext>
            </a:extLst>
          </p:cNvPr>
          <p:cNvSpPr>
            <a:spLocks noGrp="1"/>
          </p:cNvSpPr>
          <p:nvPr>
            <p:ph type="sldNum" sz="quarter" idx="4"/>
          </p:nvPr>
        </p:nvSpPr>
        <p:spPr/>
        <p:txBody>
          <a:bodyPr/>
          <a:lstStyle/>
          <a:p>
            <a:pPr rtl="0"/>
            <a:fld id="{B5CEABB6-07DC-46E8-9B57-56EC44A396E5}" type="slidenum">
              <a:rPr lang="es-ES" smtClean="0"/>
              <a:pPr rtl="0"/>
              <a:t>66</a:t>
            </a:fld>
            <a:endParaRPr lang="es-ES" dirty="0"/>
          </a:p>
        </p:txBody>
      </p:sp>
      <p:sp>
        <p:nvSpPr>
          <p:cNvPr id="7" name="Título 4">
            <a:extLst>
              <a:ext uri="{FF2B5EF4-FFF2-40B4-BE49-F238E27FC236}">
                <a16:creationId xmlns:a16="http://schemas.microsoft.com/office/drawing/2014/main" id="{79DBA34F-DD7D-4535-81FC-38F22CA71BCA}"/>
              </a:ext>
            </a:extLst>
          </p:cNvPr>
          <p:cNvSpPr>
            <a:spLocks noGrp="1"/>
          </p:cNvSpPr>
          <p:nvPr>
            <p:ph type="title"/>
          </p:nvPr>
        </p:nvSpPr>
        <p:spPr>
          <a:xfrm>
            <a:off x="891990" y="434225"/>
            <a:ext cx="9524998" cy="1499627"/>
          </a:xfrm>
        </p:spPr>
        <p:txBody>
          <a:bodyPr/>
          <a:lstStyle/>
          <a:p>
            <a:r>
              <a:rPr lang="es-ES" dirty="0"/>
              <a:t>Bloques de Postura</a:t>
            </a:r>
            <a:endParaRPr lang="es-MX" dirty="0"/>
          </a:p>
        </p:txBody>
      </p:sp>
      <p:pic>
        <p:nvPicPr>
          <p:cNvPr id="8" name="Imagen 7">
            <a:extLst>
              <a:ext uri="{FF2B5EF4-FFF2-40B4-BE49-F238E27FC236}">
                <a16:creationId xmlns:a16="http://schemas.microsoft.com/office/drawing/2014/main" id="{31A7D965-FCE8-458F-B2E6-741D9C500EB3}"/>
              </a:ext>
            </a:extLst>
          </p:cNvPr>
          <p:cNvPicPr>
            <a:picLocks noChangeAspect="1"/>
          </p:cNvPicPr>
          <p:nvPr/>
        </p:nvPicPr>
        <p:blipFill>
          <a:blip r:embed="rId3"/>
          <a:stretch>
            <a:fillRect/>
          </a:stretch>
        </p:blipFill>
        <p:spPr>
          <a:xfrm>
            <a:off x="-7543" y="-25563"/>
            <a:ext cx="888053" cy="900000"/>
          </a:xfrm>
          <a:prstGeom prst="rect">
            <a:avLst/>
          </a:prstGeom>
        </p:spPr>
      </p:pic>
    </p:spTree>
    <p:extLst>
      <p:ext uri="{BB962C8B-B14F-4D97-AF65-F5344CB8AC3E}">
        <p14:creationId xmlns:p14="http://schemas.microsoft.com/office/powerpoint/2010/main" val="49268961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4">
            <a:extLst>
              <a:ext uri="{FF2B5EF4-FFF2-40B4-BE49-F238E27FC236}">
                <a16:creationId xmlns:a16="http://schemas.microsoft.com/office/drawing/2014/main" id="{44502753-8D89-46E8-84C8-0FD500EECD4D}"/>
              </a:ext>
            </a:extLst>
          </p:cNvPr>
          <p:cNvSpPr>
            <a:spLocks noGrp="1"/>
          </p:cNvSpPr>
          <p:nvPr>
            <p:ph type="title"/>
          </p:nvPr>
        </p:nvSpPr>
        <p:spPr/>
        <p:txBody>
          <a:bodyPr/>
          <a:lstStyle/>
          <a:p>
            <a:r>
              <a:rPr lang="es-ES" dirty="0"/>
              <a:t>Bloques de Modbus</a:t>
            </a:r>
            <a:endParaRPr lang="es-MX" dirty="0"/>
          </a:p>
        </p:txBody>
      </p:sp>
      <p:sp>
        <p:nvSpPr>
          <p:cNvPr id="6" name="Marcador de contenido 5">
            <a:extLst>
              <a:ext uri="{FF2B5EF4-FFF2-40B4-BE49-F238E27FC236}">
                <a16:creationId xmlns:a16="http://schemas.microsoft.com/office/drawing/2014/main" id="{00653504-9548-4389-9CD8-2E4D3C63105D}"/>
              </a:ext>
            </a:extLst>
          </p:cNvPr>
          <p:cNvSpPr>
            <a:spLocks noGrp="1"/>
          </p:cNvSpPr>
          <p:nvPr>
            <p:ph sz="quarter" idx="10"/>
          </p:nvPr>
        </p:nvSpPr>
        <p:spPr>
          <a:xfrm>
            <a:off x="244928" y="2123126"/>
            <a:ext cx="6257366" cy="3914910"/>
          </a:xfrm>
        </p:spPr>
        <p:txBody>
          <a:bodyPr>
            <a:normAutofit fontScale="92500"/>
          </a:bodyPr>
          <a:lstStyle/>
          <a:p>
            <a:r>
              <a:rPr lang="es-ES" dirty="0"/>
              <a:t>En Dobot Studio Pro, los bloques de Modbus permiten integrar el robot con sistemas externos como PLCs, HMIs o SCADAs, facilitando la automatización industrial mediante el protocolo de comunicación Modbus.</a:t>
            </a:r>
            <a:endParaRPr lang="es-ES" sz="2000" dirty="0"/>
          </a:p>
          <a:p>
            <a:endParaRPr lang="es-ES" sz="2400" b="1" dirty="0"/>
          </a:p>
          <a:p>
            <a:pPr marL="342900" indent="-342900">
              <a:buFont typeface="Arial" panose="020B0604020202020204" pitchFamily="34" charset="0"/>
              <a:buChar char="•"/>
            </a:pPr>
            <a:r>
              <a:rPr lang="es-ES" sz="2400" b="1" dirty="0"/>
              <a:t>Crear maestro Modbus:</a:t>
            </a:r>
            <a:r>
              <a:rPr lang="es-ES" sz="2400" dirty="0"/>
              <a:t> </a:t>
            </a:r>
            <a:r>
              <a:rPr lang="es-ES" sz="2000" dirty="0"/>
              <a:t>Configura un maestro Modbus para conectarlo y comunicarse con un dispositivo esclavo.</a:t>
            </a:r>
          </a:p>
          <a:p>
            <a:pPr marL="342900" indent="-342900">
              <a:buFont typeface="Arial" panose="020B0604020202020204" pitchFamily="34" charset="0"/>
              <a:buChar char="•"/>
            </a:pPr>
            <a:r>
              <a:rPr lang="es-ES" sz="2400" b="1" dirty="0"/>
              <a:t>Obtener resultado de creación del maestro Modbus:</a:t>
            </a:r>
            <a:r>
              <a:rPr lang="es-ES" sz="2400" dirty="0"/>
              <a:t> </a:t>
            </a:r>
            <a:r>
              <a:rPr lang="es-ES" sz="2000" dirty="0"/>
              <a:t>Consulta si la configuración del maestro Modbus fue exitosa o si hubo algún problema.</a:t>
            </a:r>
            <a:br>
              <a:rPr lang="es-ES" sz="2000" dirty="0"/>
            </a:br>
            <a:endParaRPr lang="es-MX" dirty="0"/>
          </a:p>
        </p:txBody>
      </p:sp>
      <p:pic>
        <p:nvPicPr>
          <p:cNvPr id="7" name="Marcador de contenido 6">
            <a:extLst>
              <a:ext uri="{FF2B5EF4-FFF2-40B4-BE49-F238E27FC236}">
                <a16:creationId xmlns:a16="http://schemas.microsoft.com/office/drawing/2014/main" id="{085EAB94-20E7-4DBA-B0C7-FA12202864D7}"/>
              </a:ext>
            </a:extLst>
          </p:cNvPr>
          <p:cNvPicPr>
            <a:picLocks noGrp="1" noChangeAspect="1"/>
          </p:cNvPicPr>
          <p:nvPr>
            <p:ph sz="quarter" idx="11"/>
          </p:nvPr>
        </p:nvPicPr>
        <p:blipFill>
          <a:blip r:embed="rId2"/>
          <a:stretch>
            <a:fillRect/>
          </a:stretch>
        </p:blipFill>
        <p:spPr>
          <a:xfrm>
            <a:off x="7008342" y="3679210"/>
            <a:ext cx="4300142" cy="524685"/>
          </a:xfrm>
        </p:spPr>
      </p:pic>
      <p:pic>
        <p:nvPicPr>
          <p:cNvPr id="9" name="Imagen 8">
            <a:extLst>
              <a:ext uri="{FF2B5EF4-FFF2-40B4-BE49-F238E27FC236}">
                <a16:creationId xmlns:a16="http://schemas.microsoft.com/office/drawing/2014/main" id="{54E1F858-6114-4679-8041-F72154AF92AE}"/>
              </a:ext>
            </a:extLst>
          </p:cNvPr>
          <p:cNvPicPr>
            <a:picLocks noChangeAspect="1"/>
          </p:cNvPicPr>
          <p:nvPr/>
        </p:nvPicPr>
        <p:blipFill>
          <a:blip r:embed="rId3"/>
          <a:stretch>
            <a:fillRect/>
          </a:stretch>
        </p:blipFill>
        <p:spPr>
          <a:xfrm>
            <a:off x="7899838" y="4735947"/>
            <a:ext cx="2517150" cy="524406"/>
          </a:xfrm>
          <a:prstGeom prst="rect">
            <a:avLst/>
          </a:prstGeom>
        </p:spPr>
      </p:pic>
      <p:sp>
        <p:nvSpPr>
          <p:cNvPr id="2" name="Marcador de número de diapositiva 1">
            <a:extLst>
              <a:ext uri="{FF2B5EF4-FFF2-40B4-BE49-F238E27FC236}">
                <a16:creationId xmlns:a16="http://schemas.microsoft.com/office/drawing/2014/main" id="{1BAB207A-53B8-47F2-85CD-1C602260296A}"/>
              </a:ext>
            </a:extLst>
          </p:cNvPr>
          <p:cNvSpPr>
            <a:spLocks noGrp="1"/>
          </p:cNvSpPr>
          <p:nvPr>
            <p:ph type="sldNum" sz="quarter" idx="4"/>
          </p:nvPr>
        </p:nvSpPr>
        <p:spPr/>
        <p:txBody>
          <a:bodyPr/>
          <a:lstStyle/>
          <a:p>
            <a:pPr rtl="0"/>
            <a:fld id="{B5CEABB6-07DC-46E8-9B57-56EC44A396E5}" type="slidenum">
              <a:rPr lang="es-ES" smtClean="0"/>
              <a:pPr rtl="0"/>
              <a:t>67</a:t>
            </a:fld>
            <a:endParaRPr lang="es-ES" dirty="0"/>
          </a:p>
        </p:txBody>
      </p:sp>
      <p:pic>
        <p:nvPicPr>
          <p:cNvPr id="8" name="Imagen 7">
            <a:extLst>
              <a:ext uri="{FF2B5EF4-FFF2-40B4-BE49-F238E27FC236}">
                <a16:creationId xmlns:a16="http://schemas.microsoft.com/office/drawing/2014/main" id="{7DAF1DC2-AFA5-4D92-B328-B773C3E9A38C}"/>
              </a:ext>
            </a:extLst>
          </p:cNvPr>
          <p:cNvPicPr>
            <a:picLocks noChangeAspect="1"/>
          </p:cNvPicPr>
          <p:nvPr/>
        </p:nvPicPr>
        <p:blipFill>
          <a:blip r:embed="rId4"/>
          <a:stretch>
            <a:fillRect/>
          </a:stretch>
        </p:blipFill>
        <p:spPr>
          <a:xfrm>
            <a:off x="-7543" y="-25563"/>
            <a:ext cx="888053" cy="900000"/>
          </a:xfrm>
          <a:prstGeom prst="rect">
            <a:avLst/>
          </a:prstGeom>
        </p:spPr>
      </p:pic>
    </p:spTree>
    <p:extLst>
      <p:ext uri="{BB962C8B-B14F-4D97-AF65-F5344CB8AC3E}">
        <p14:creationId xmlns:p14="http://schemas.microsoft.com/office/powerpoint/2010/main" val="159890578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4">
            <a:extLst>
              <a:ext uri="{FF2B5EF4-FFF2-40B4-BE49-F238E27FC236}">
                <a16:creationId xmlns:a16="http://schemas.microsoft.com/office/drawing/2014/main" id="{44502753-8D89-46E8-84C8-0FD500EECD4D}"/>
              </a:ext>
            </a:extLst>
          </p:cNvPr>
          <p:cNvSpPr>
            <a:spLocks noGrp="1"/>
          </p:cNvSpPr>
          <p:nvPr>
            <p:ph type="title"/>
          </p:nvPr>
        </p:nvSpPr>
        <p:spPr/>
        <p:txBody>
          <a:bodyPr/>
          <a:lstStyle/>
          <a:p>
            <a:r>
              <a:rPr lang="es-ES" dirty="0"/>
              <a:t>Bloques de Modbus</a:t>
            </a:r>
            <a:endParaRPr lang="es-MX" dirty="0"/>
          </a:p>
        </p:txBody>
      </p:sp>
      <p:sp>
        <p:nvSpPr>
          <p:cNvPr id="6" name="Marcador de contenido 5">
            <a:extLst>
              <a:ext uri="{FF2B5EF4-FFF2-40B4-BE49-F238E27FC236}">
                <a16:creationId xmlns:a16="http://schemas.microsoft.com/office/drawing/2014/main" id="{00653504-9548-4389-9CD8-2E4D3C63105D}"/>
              </a:ext>
            </a:extLst>
          </p:cNvPr>
          <p:cNvSpPr>
            <a:spLocks noGrp="1"/>
          </p:cNvSpPr>
          <p:nvPr>
            <p:ph sz="quarter" idx="10"/>
          </p:nvPr>
        </p:nvSpPr>
        <p:spPr>
          <a:xfrm>
            <a:off x="244928" y="2123126"/>
            <a:ext cx="6257366" cy="3914910"/>
          </a:xfrm>
        </p:spPr>
        <p:txBody>
          <a:bodyPr>
            <a:normAutofit/>
          </a:bodyPr>
          <a:lstStyle/>
          <a:p>
            <a:pPr marL="342900" indent="-342900">
              <a:buFont typeface="Arial" panose="020B0604020202020204" pitchFamily="34" charset="0"/>
              <a:buChar char="•"/>
            </a:pPr>
            <a:r>
              <a:rPr lang="es-ES" sz="2000" b="1" dirty="0"/>
              <a:t>Esperar registro de entrada:</a:t>
            </a:r>
            <a:r>
              <a:rPr lang="es-ES" sz="2000" dirty="0"/>
              <a:t> </a:t>
            </a:r>
            <a:r>
              <a:rPr lang="es-ES" dirty="0"/>
              <a:t>El programa se detiene hasta que el valor en una dirección específica del registro de entrada cumpla una condición que tú defines. Luego continúa con el siguiente comando.</a:t>
            </a:r>
          </a:p>
          <a:p>
            <a:pPr marL="342900" indent="-342900">
              <a:buFont typeface="Arial" panose="020B0604020202020204" pitchFamily="34" charset="0"/>
              <a:buChar char="•"/>
            </a:pPr>
            <a:r>
              <a:rPr lang="es-ES" sz="2000" b="1" dirty="0"/>
              <a:t>Esperar registro de retención:</a:t>
            </a:r>
            <a:r>
              <a:rPr lang="es-ES" sz="2000" dirty="0"/>
              <a:t> </a:t>
            </a:r>
            <a:r>
              <a:rPr lang="es-ES" dirty="0"/>
              <a:t>El programa hace una pausa hasta que el valor en una dirección específica del registro de retención cumpla una condición, y después sigue con los siguientes pasos.</a:t>
            </a:r>
            <a:endParaRPr lang="es-MX" dirty="0"/>
          </a:p>
        </p:txBody>
      </p:sp>
      <p:pic>
        <p:nvPicPr>
          <p:cNvPr id="11" name="Imagen 10">
            <a:extLst>
              <a:ext uri="{FF2B5EF4-FFF2-40B4-BE49-F238E27FC236}">
                <a16:creationId xmlns:a16="http://schemas.microsoft.com/office/drawing/2014/main" id="{40778B91-9F7C-45C3-80CD-F7AF3BBB6446}"/>
              </a:ext>
            </a:extLst>
          </p:cNvPr>
          <p:cNvPicPr>
            <a:picLocks noChangeAspect="1"/>
          </p:cNvPicPr>
          <p:nvPr/>
        </p:nvPicPr>
        <p:blipFill>
          <a:blip r:embed="rId2"/>
          <a:stretch>
            <a:fillRect/>
          </a:stretch>
        </p:blipFill>
        <p:spPr>
          <a:xfrm>
            <a:off x="6919386" y="2720089"/>
            <a:ext cx="4714254" cy="500970"/>
          </a:xfrm>
          <a:prstGeom prst="rect">
            <a:avLst/>
          </a:prstGeom>
        </p:spPr>
      </p:pic>
      <p:pic>
        <p:nvPicPr>
          <p:cNvPr id="14" name="Imagen 13">
            <a:extLst>
              <a:ext uri="{FF2B5EF4-FFF2-40B4-BE49-F238E27FC236}">
                <a16:creationId xmlns:a16="http://schemas.microsoft.com/office/drawing/2014/main" id="{2AEBE693-8733-401E-A755-3B523752C3A7}"/>
              </a:ext>
            </a:extLst>
          </p:cNvPr>
          <p:cNvPicPr>
            <a:picLocks noChangeAspect="1"/>
          </p:cNvPicPr>
          <p:nvPr/>
        </p:nvPicPr>
        <p:blipFill>
          <a:blip r:embed="rId3"/>
          <a:stretch>
            <a:fillRect/>
          </a:stretch>
        </p:blipFill>
        <p:spPr>
          <a:xfrm>
            <a:off x="6502294" y="3818021"/>
            <a:ext cx="5356127" cy="659216"/>
          </a:xfrm>
          <a:prstGeom prst="rect">
            <a:avLst/>
          </a:prstGeom>
        </p:spPr>
      </p:pic>
      <p:sp>
        <p:nvSpPr>
          <p:cNvPr id="2" name="Marcador de número de diapositiva 1">
            <a:extLst>
              <a:ext uri="{FF2B5EF4-FFF2-40B4-BE49-F238E27FC236}">
                <a16:creationId xmlns:a16="http://schemas.microsoft.com/office/drawing/2014/main" id="{1BAB207A-53B8-47F2-85CD-1C602260296A}"/>
              </a:ext>
            </a:extLst>
          </p:cNvPr>
          <p:cNvSpPr>
            <a:spLocks noGrp="1"/>
          </p:cNvSpPr>
          <p:nvPr>
            <p:ph type="sldNum" sz="quarter" idx="4"/>
          </p:nvPr>
        </p:nvSpPr>
        <p:spPr/>
        <p:txBody>
          <a:bodyPr/>
          <a:lstStyle/>
          <a:p>
            <a:pPr rtl="0"/>
            <a:fld id="{B5CEABB6-07DC-46E8-9B57-56EC44A396E5}" type="slidenum">
              <a:rPr lang="es-ES" smtClean="0"/>
              <a:pPr rtl="0"/>
              <a:t>68</a:t>
            </a:fld>
            <a:endParaRPr lang="es-ES" dirty="0"/>
          </a:p>
        </p:txBody>
      </p:sp>
      <p:pic>
        <p:nvPicPr>
          <p:cNvPr id="7" name="Imagen 6">
            <a:extLst>
              <a:ext uri="{FF2B5EF4-FFF2-40B4-BE49-F238E27FC236}">
                <a16:creationId xmlns:a16="http://schemas.microsoft.com/office/drawing/2014/main" id="{12086478-462B-426A-AE63-5B6EED7B3587}"/>
              </a:ext>
            </a:extLst>
          </p:cNvPr>
          <p:cNvPicPr>
            <a:picLocks noChangeAspect="1"/>
          </p:cNvPicPr>
          <p:nvPr/>
        </p:nvPicPr>
        <p:blipFill>
          <a:blip r:embed="rId4"/>
          <a:stretch>
            <a:fillRect/>
          </a:stretch>
        </p:blipFill>
        <p:spPr>
          <a:xfrm>
            <a:off x="-7543" y="-25563"/>
            <a:ext cx="888053" cy="900000"/>
          </a:xfrm>
          <a:prstGeom prst="rect">
            <a:avLst/>
          </a:prstGeom>
        </p:spPr>
      </p:pic>
    </p:spTree>
    <p:extLst>
      <p:ext uri="{BB962C8B-B14F-4D97-AF65-F5344CB8AC3E}">
        <p14:creationId xmlns:p14="http://schemas.microsoft.com/office/powerpoint/2010/main" val="422681361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Marcador de contenido 5">
            <a:extLst>
              <a:ext uri="{FF2B5EF4-FFF2-40B4-BE49-F238E27FC236}">
                <a16:creationId xmlns:a16="http://schemas.microsoft.com/office/drawing/2014/main" id="{34E24264-76B7-4CEE-89C8-7ED41180125D}"/>
              </a:ext>
            </a:extLst>
          </p:cNvPr>
          <p:cNvSpPr>
            <a:spLocks noGrp="1"/>
          </p:cNvSpPr>
          <p:nvPr>
            <p:ph sz="quarter" idx="10"/>
          </p:nvPr>
        </p:nvSpPr>
        <p:spPr>
          <a:xfrm>
            <a:off x="673768" y="2752718"/>
            <a:ext cx="5755341" cy="6196404"/>
          </a:xfrm>
        </p:spPr>
        <p:txBody>
          <a:bodyPr>
            <a:normAutofit/>
          </a:bodyPr>
          <a:lstStyle/>
          <a:p>
            <a:r>
              <a:rPr lang="es-ES" sz="2000" b="1" dirty="0"/>
              <a:t>Esperar registro de entrada discreta:</a:t>
            </a:r>
            <a:r>
              <a:rPr lang="es-ES" sz="2000" dirty="0"/>
              <a:t> </a:t>
            </a:r>
            <a:r>
              <a:rPr lang="es-ES" dirty="0"/>
              <a:t>Detiene el programa hasta que el valor en una dirección específica del registro de entrada discreta cumpla la condición que pidas. Luego continúa con el siguiente paso.</a:t>
            </a:r>
          </a:p>
          <a:p>
            <a:r>
              <a:rPr lang="es-ES" sz="2000" b="1" dirty="0"/>
              <a:t>Esperar registro de bobina:</a:t>
            </a:r>
            <a:r>
              <a:rPr lang="es-ES" sz="2000" dirty="0"/>
              <a:t> </a:t>
            </a:r>
            <a:r>
              <a:rPr lang="es-ES" dirty="0"/>
              <a:t>Espera hasta que el valor en una dirección específica del registro de bobina cumpla la condición que definas, y después sigue con el siguiente comando.</a:t>
            </a:r>
            <a:br>
              <a:rPr lang="es-ES" sz="2000" dirty="0"/>
            </a:br>
            <a:endParaRPr lang="es-ES" sz="2800" b="1" i="0" dirty="0">
              <a:solidFill>
                <a:srgbClr val="111111"/>
              </a:solidFill>
              <a:effectLst/>
              <a:latin typeface="Roboto" panose="02000000000000000000" pitchFamily="2" charset="0"/>
            </a:endParaRPr>
          </a:p>
        </p:txBody>
      </p:sp>
      <p:pic>
        <p:nvPicPr>
          <p:cNvPr id="9" name="Marcador de contenido 8">
            <a:extLst>
              <a:ext uri="{FF2B5EF4-FFF2-40B4-BE49-F238E27FC236}">
                <a16:creationId xmlns:a16="http://schemas.microsoft.com/office/drawing/2014/main" id="{E7522641-BC1A-4E8F-8AD6-52083B77F749}"/>
              </a:ext>
            </a:extLst>
          </p:cNvPr>
          <p:cNvPicPr>
            <a:picLocks noGrp="1" noChangeAspect="1"/>
          </p:cNvPicPr>
          <p:nvPr>
            <p:ph sz="quarter" idx="11"/>
          </p:nvPr>
        </p:nvPicPr>
        <p:blipFill>
          <a:blip r:embed="rId2"/>
          <a:stretch>
            <a:fillRect/>
          </a:stretch>
        </p:blipFill>
        <p:spPr>
          <a:xfrm>
            <a:off x="6552142" y="2752718"/>
            <a:ext cx="5665348" cy="759784"/>
          </a:xfrm>
        </p:spPr>
      </p:pic>
      <p:pic>
        <p:nvPicPr>
          <p:cNvPr id="12" name="Imagen 11">
            <a:extLst>
              <a:ext uri="{FF2B5EF4-FFF2-40B4-BE49-F238E27FC236}">
                <a16:creationId xmlns:a16="http://schemas.microsoft.com/office/drawing/2014/main" id="{D9591DAA-C6CE-4E8F-B275-CD2CB7B15A9B}"/>
              </a:ext>
            </a:extLst>
          </p:cNvPr>
          <p:cNvPicPr>
            <a:picLocks noChangeAspect="1"/>
          </p:cNvPicPr>
          <p:nvPr/>
        </p:nvPicPr>
        <p:blipFill>
          <a:blip r:embed="rId3"/>
          <a:stretch>
            <a:fillRect/>
          </a:stretch>
        </p:blipFill>
        <p:spPr>
          <a:xfrm>
            <a:off x="7115684" y="4011459"/>
            <a:ext cx="4402548" cy="639817"/>
          </a:xfrm>
          <a:prstGeom prst="rect">
            <a:avLst/>
          </a:prstGeom>
        </p:spPr>
      </p:pic>
      <p:sp>
        <p:nvSpPr>
          <p:cNvPr id="2" name="Marcador de número de diapositiva 1">
            <a:extLst>
              <a:ext uri="{FF2B5EF4-FFF2-40B4-BE49-F238E27FC236}">
                <a16:creationId xmlns:a16="http://schemas.microsoft.com/office/drawing/2014/main" id="{A909C789-22DB-4C75-A309-384BE49EA0E0}"/>
              </a:ext>
            </a:extLst>
          </p:cNvPr>
          <p:cNvSpPr>
            <a:spLocks noGrp="1"/>
          </p:cNvSpPr>
          <p:nvPr>
            <p:ph type="sldNum" sz="quarter" idx="4"/>
          </p:nvPr>
        </p:nvSpPr>
        <p:spPr/>
        <p:txBody>
          <a:bodyPr/>
          <a:lstStyle/>
          <a:p>
            <a:pPr rtl="0"/>
            <a:fld id="{B5CEABB6-07DC-46E8-9B57-56EC44A396E5}" type="slidenum">
              <a:rPr lang="es-ES" smtClean="0"/>
              <a:pPr rtl="0"/>
              <a:t>69</a:t>
            </a:fld>
            <a:endParaRPr lang="es-ES" dirty="0"/>
          </a:p>
        </p:txBody>
      </p:sp>
      <p:sp>
        <p:nvSpPr>
          <p:cNvPr id="8" name="Título 4">
            <a:extLst>
              <a:ext uri="{FF2B5EF4-FFF2-40B4-BE49-F238E27FC236}">
                <a16:creationId xmlns:a16="http://schemas.microsoft.com/office/drawing/2014/main" id="{988AC029-47DC-42D0-8F2F-5720277DEC5C}"/>
              </a:ext>
            </a:extLst>
          </p:cNvPr>
          <p:cNvSpPr>
            <a:spLocks noGrp="1"/>
          </p:cNvSpPr>
          <p:nvPr>
            <p:ph type="title"/>
          </p:nvPr>
        </p:nvSpPr>
        <p:spPr>
          <a:xfrm>
            <a:off x="891990" y="434225"/>
            <a:ext cx="9524998" cy="1499627"/>
          </a:xfrm>
        </p:spPr>
        <p:txBody>
          <a:bodyPr/>
          <a:lstStyle/>
          <a:p>
            <a:r>
              <a:rPr lang="es-ES" dirty="0"/>
              <a:t>Bloques de Modbus</a:t>
            </a:r>
            <a:endParaRPr lang="es-MX" dirty="0"/>
          </a:p>
        </p:txBody>
      </p:sp>
      <p:pic>
        <p:nvPicPr>
          <p:cNvPr id="7" name="Imagen 6">
            <a:extLst>
              <a:ext uri="{FF2B5EF4-FFF2-40B4-BE49-F238E27FC236}">
                <a16:creationId xmlns:a16="http://schemas.microsoft.com/office/drawing/2014/main" id="{627EE7CD-7F9F-46AD-89E7-5D5C7546CB2F}"/>
              </a:ext>
            </a:extLst>
          </p:cNvPr>
          <p:cNvPicPr>
            <a:picLocks noChangeAspect="1"/>
          </p:cNvPicPr>
          <p:nvPr/>
        </p:nvPicPr>
        <p:blipFill>
          <a:blip r:embed="rId4"/>
          <a:stretch>
            <a:fillRect/>
          </a:stretch>
        </p:blipFill>
        <p:spPr>
          <a:xfrm>
            <a:off x="-7543" y="-25563"/>
            <a:ext cx="888053" cy="900000"/>
          </a:xfrm>
          <a:prstGeom prst="rect">
            <a:avLst/>
          </a:prstGeom>
        </p:spPr>
      </p:pic>
    </p:spTree>
    <p:extLst>
      <p:ext uri="{BB962C8B-B14F-4D97-AF65-F5344CB8AC3E}">
        <p14:creationId xmlns:p14="http://schemas.microsoft.com/office/powerpoint/2010/main" val="346241045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Marcador de contenido 5">
            <a:extLst>
              <a:ext uri="{FF2B5EF4-FFF2-40B4-BE49-F238E27FC236}">
                <a16:creationId xmlns:a16="http://schemas.microsoft.com/office/drawing/2014/main" id="{34E24264-76B7-4CEE-89C8-7ED41180125D}"/>
              </a:ext>
            </a:extLst>
          </p:cNvPr>
          <p:cNvSpPr>
            <a:spLocks noGrp="1"/>
          </p:cNvSpPr>
          <p:nvPr>
            <p:ph sz="quarter" idx="10"/>
          </p:nvPr>
        </p:nvSpPr>
        <p:spPr>
          <a:xfrm>
            <a:off x="914400" y="2525971"/>
            <a:ext cx="5755341" cy="6196404"/>
          </a:xfrm>
        </p:spPr>
        <p:txBody>
          <a:bodyPr>
            <a:normAutofit/>
          </a:bodyPr>
          <a:lstStyle/>
          <a:p>
            <a:r>
              <a:rPr lang="es-ES" sz="2800" b="1" dirty="0"/>
              <a:t>Obtener registro de entrada:</a:t>
            </a:r>
            <a:r>
              <a:rPr lang="es-ES" sz="2800" dirty="0"/>
              <a:t> </a:t>
            </a:r>
            <a:r>
              <a:rPr lang="es-ES" sz="2400" dirty="0"/>
              <a:t>Consigue el valor que está guardado en una dirección específica del registro de entrada.</a:t>
            </a:r>
          </a:p>
          <a:p>
            <a:r>
              <a:rPr lang="es-ES" sz="2800" b="1" dirty="0"/>
              <a:t>Obtener registro de retención:</a:t>
            </a:r>
            <a:r>
              <a:rPr lang="es-ES" sz="2800" dirty="0"/>
              <a:t> </a:t>
            </a:r>
            <a:r>
              <a:rPr lang="es-ES" sz="2400" dirty="0"/>
              <a:t>Obtiene el valor guardado en una dirección específica del registro de retención.</a:t>
            </a:r>
            <a:endParaRPr lang="es-ES" sz="3600" b="1" i="0" dirty="0">
              <a:solidFill>
                <a:srgbClr val="111111"/>
              </a:solidFill>
              <a:effectLst/>
              <a:latin typeface="Roboto" panose="02000000000000000000" pitchFamily="2" charset="0"/>
            </a:endParaRPr>
          </a:p>
        </p:txBody>
      </p:sp>
      <p:pic>
        <p:nvPicPr>
          <p:cNvPr id="15" name="Imagen 14">
            <a:extLst>
              <a:ext uri="{FF2B5EF4-FFF2-40B4-BE49-F238E27FC236}">
                <a16:creationId xmlns:a16="http://schemas.microsoft.com/office/drawing/2014/main" id="{56427296-8CB7-4B57-9868-62021B27EF6C}"/>
              </a:ext>
            </a:extLst>
          </p:cNvPr>
          <p:cNvPicPr>
            <a:picLocks noChangeAspect="1"/>
          </p:cNvPicPr>
          <p:nvPr/>
        </p:nvPicPr>
        <p:blipFill>
          <a:blip r:embed="rId2"/>
          <a:stretch>
            <a:fillRect/>
          </a:stretch>
        </p:blipFill>
        <p:spPr>
          <a:xfrm>
            <a:off x="7124017" y="2689355"/>
            <a:ext cx="3838236" cy="457263"/>
          </a:xfrm>
          <a:prstGeom prst="rect">
            <a:avLst/>
          </a:prstGeom>
        </p:spPr>
      </p:pic>
      <p:pic>
        <p:nvPicPr>
          <p:cNvPr id="18" name="Imagen 17">
            <a:extLst>
              <a:ext uri="{FF2B5EF4-FFF2-40B4-BE49-F238E27FC236}">
                <a16:creationId xmlns:a16="http://schemas.microsoft.com/office/drawing/2014/main" id="{FEFEA520-36A3-4044-9507-C092CBB7D89B}"/>
              </a:ext>
            </a:extLst>
          </p:cNvPr>
          <p:cNvPicPr>
            <a:picLocks noChangeAspect="1"/>
          </p:cNvPicPr>
          <p:nvPr/>
        </p:nvPicPr>
        <p:blipFill>
          <a:blip r:embed="rId3"/>
          <a:stretch>
            <a:fillRect/>
          </a:stretch>
        </p:blipFill>
        <p:spPr>
          <a:xfrm>
            <a:off x="7124017" y="4359385"/>
            <a:ext cx="4258265" cy="543001"/>
          </a:xfrm>
          <a:prstGeom prst="rect">
            <a:avLst/>
          </a:prstGeom>
        </p:spPr>
      </p:pic>
      <p:sp>
        <p:nvSpPr>
          <p:cNvPr id="2" name="Marcador de número de diapositiva 1">
            <a:extLst>
              <a:ext uri="{FF2B5EF4-FFF2-40B4-BE49-F238E27FC236}">
                <a16:creationId xmlns:a16="http://schemas.microsoft.com/office/drawing/2014/main" id="{A909C789-22DB-4C75-A309-384BE49EA0E0}"/>
              </a:ext>
            </a:extLst>
          </p:cNvPr>
          <p:cNvSpPr>
            <a:spLocks noGrp="1"/>
          </p:cNvSpPr>
          <p:nvPr>
            <p:ph type="sldNum" sz="quarter" idx="4"/>
          </p:nvPr>
        </p:nvSpPr>
        <p:spPr/>
        <p:txBody>
          <a:bodyPr/>
          <a:lstStyle/>
          <a:p>
            <a:pPr rtl="0"/>
            <a:fld id="{B5CEABB6-07DC-46E8-9B57-56EC44A396E5}" type="slidenum">
              <a:rPr lang="es-ES" smtClean="0"/>
              <a:pPr rtl="0"/>
              <a:t>70</a:t>
            </a:fld>
            <a:endParaRPr lang="es-ES" dirty="0"/>
          </a:p>
        </p:txBody>
      </p:sp>
      <p:sp>
        <p:nvSpPr>
          <p:cNvPr id="10" name="Título 4">
            <a:extLst>
              <a:ext uri="{FF2B5EF4-FFF2-40B4-BE49-F238E27FC236}">
                <a16:creationId xmlns:a16="http://schemas.microsoft.com/office/drawing/2014/main" id="{AA9797DD-41F4-4D7B-B575-5FE2244D726E}"/>
              </a:ext>
            </a:extLst>
          </p:cNvPr>
          <p:cNvSpPr>
            <a:spLocks noGrp="1"/>
          </p:cNvSpPr>
          <p:nvPr>
            <p:ph type="title"/>
          </p:nvPr>
        </p:nvSpPr>
        <p:spPr>
          <a:xfrm>
            <a:off x="891990" y="434225"/>
            <a:ext cx="9524998" cy="1499627"/>
          </a:xfrm>
        </p:spPr>
        <p:txBody>
          <a:bodyPr/>
          <a:lstStyle/>
          <a:p>
            <a:r>
              <a:rPr lang="es-ES" dirty="0"/>
              <a:t>Bloques de Modbus</a:t>
            </a:r>
            <a:endParaRPr lang="es-MX" dirty="0"/>
          </a:p>
        </p:txBody>
      </p:sp>
      <p:pic>
        <p:nvPicPr>
          <p:cNvPr id="7" name="Imagen 6">
            <a:extLst>
              <a:ext uri="{FF2B5EF4-FFF2-40B4-BE49-F238E27FC236}">
                <a16:creationId xmlns:a16="http://schemas.microsoft.com/office/drawing/2014/main" id="{C3048459-E059-441A-A698-207E014A4616}"/>
              </a:ext>
            </a:extLst>
          </p:cNvPr>
          <p:cNvPicPr>
            <a:picLocks noChangeAspect="1"/>
          </p:cNvPicPr>
          <p:nvPr/>
        </p:nvPicPr>
        <p:blipFill>
          <a:blip r:embed="rId4"/>
          <a:stretch>
            <a:fillRect/>
          </a:stretch>
        </p:blipFill>
        <p:spPr>
          <a:xfrm>
            <a:off x="-7543" y="-25563"/>
            <a:ext cx="888053" cy="900000"/>
          </a:xfrm>
          <a:prstGeom prst="rect">
            <a:avLst/>
          </a:prstGeom>
        </p:spPr>
      </p:pic>
    </p:spTree>
    <p:extLst>
      <p:ext uri="{BB962C8B-B14F-4D97-AF65-F5344CB8AC3E}">
        <p14:creationId xmlns:p14="http://schemas.microsoft.com/office/powerpoint/2010/main" val="86245088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Marcador de contenido 5">
            <a:extLst>
              <a:ext uri="{FF2B5EF4-FFF2-40B4-BE49-F238E27FC236}">
                <a16:creationId xmlns:a16="http://schemas.microsoft.com/office/drawing/2014/main" id="{34E24264-76B7-4CEE-89C8-7ED41180125D}"/>
              </a:ext>
            </a:extLst>
          </p:cNvPr>
          <p:cNvSpPr>
            <a:spLocks noGrp="1"/>
          </p:cNvSpPr>
          <p:nvPr>
            <p:ph sz="quarter" idx="10"/>
          </p:nvPr>
        </p:nvSpPr>
        <p:spPr>
          <a:xfrm>
            <a:off x="657726" y="1933852"/>
            <a:ext cx="5755341" cy="6196404"/>
          </a:xfrm>
        </p:spPr>
        <p:txBody>
          <a:bodyPr>
            <a:normAutofit/>
          </a:bodyPr>
          <a:lstStyle/>
          <a:p>
            <a:r>
              <a:rPr lang="es-ES" sz="2800" b="1" dirty="0"/>
              <a:t>Obtener entrada discreta:</a:t>
            </a:r>
            <a:r>
              <a:rPr lang="es-ES" sz="2800" dirty="0"/>
              <a:t> </a:t>
            </a:r>
            <a:r>
              <a:rPr lang="es-ES" sz="2400" dirty="0"/>
              <a:t>Recupera el valor (encendido o apagado) que está en una dirección específica del registro de entrada discreta</a:t>
            </a:r>
            <a:r>
              <a:rPr lang="es-ES" sz="2800" dirty="0"/>
              <a:t>.</a:t>
            </a:r>
          </a:p>
          <a:p>
            <a:r>
              <a:rPr lang="es-ES" sz="2800" b="1" dirty="0"/>
              <a:t>Obtener registro de bobina:</a:t>
            </a:r>
            <a:r>
              <a:rPr lang="es-ES" sz="2800" dirty="0"/>
              <a:t> </a:t>
            </a:r>
            <a:r>
              <a:rPr lang="es-ES" sz="2400" dirty="0"/>
              <a:t>Obtiene el valor (encendido o apagado) almacenado en una dirección específica del registro de bobina.</a:t>
            </a:r>
          </a:p>
          <a:p>
            <a:endParaRPr lang="es-ES" sz="2800" dirty="0"/>
          </a:p>
        </p:txBody>
      </p:sp>
      <p:pic>
        <p:nvPicPr>
          <p:cNvPr id="10" name="Marcador de contenido 9">
            <a:extLst>
              <a:ext uri="{FF2B5EF4-FFF2-40B4-BE49-F238E27FC236}">
                <a16:creationId xmlns:a16="http://schemas.microsoft.com/office/drawing/2014/main" id="{9593AAFF-8257-4540-95DA-34CA9A2C97E8}"/>
              </a:ext>
            </a:extLst>
          </p:cNvPr>
          <p:cNvPicPr>
            <a:picLocks noGrp="1" noChangeAspect="1"/>
          </p:cNvPicPr>
          <p:nvPr>
            <p:ph sz="quarter" idx="11"/>
          </p:nvPr>
        </p:nvPicPr>
        <p:blipFill>
          <a:blip r:embed="rId2"/>
          <a:stretch>
            <a:fillRect/>
          </a:stretch>
        </p:blipFill>
        <p:spPr>
          <a:xfrm>
            <a:off x="6849305" y="2168337"/>
            <a:ext cx="4286243" cy="630331"/>
          </a:xfrm>
        </p:spPr>
      </p:pic>
      <p:pic>
        <p:nvPicPr>
          <p:cNvPr id="13" name="Imagen 12">
            <a:extLst>
              <a:ext uri="{FF2B5EF4-FFF2-40B4-BE49-F238E27FC236}">
                <a16:creationId xmlns:a16="http://schemas.microsoft.com/office/drawing/2014/main" id="{0F6464D1-711E-4056-BCE2-0D0F914664DD}"/>
              </a:ext>
            </a:extLst>
          </p:cNvPr>
          <p:cNvPicPr>
            <a:picLocks noChangeAspect="1"/>
          </p:cNvPicPr>
          <p:nvPr/>
        </p:nvPicPr>
        <p:blipFill>
          <a:blip r:embed="rId3"/>
          <a:stretch>
            <a:fillRect/>
          </a:stretch>
        </p:blipFill>
        <p:spPr>
          <a:xfrm>
            <a:off x="7064673" y="4293816"/>
            <a:ext cx="3533684" cy="630333"/>
          </a:xfrm>
          <a:prstGeom prst="rect">
            <a:avLst/>
          </a:prstGeom>
        </p:spPr>
      </p:pic>
      <p:sp>
        <p:nvSpPr>
          <p:cNvPr id="2" name="Marcador de número de diapositiva 1">
            <a:extLst>
              <a:ext uri="{FF2B5EF4-FFF2-40B4-BE49-F238E27FC236}">
                <a16:creationId xmlns:a16="http://schemas.microsoft.com/office/drawing/2014/main" id="{C9FE357D-C574-493A-BBA0-31E148F518C6}"/>
              </a:ext>
            </a:extLst>
          </p:cNvPr>
          <p:cNvSpPr>
            <a:spLocks noGrp="1"/>
          </p:cNvSpPr>
          <p:nvPr>
            <p:ph type="sldNum" sz="quarter" idx="4"/>
          </p:nvPr>
        </p:nvSpPr>
        <p:spPr/>
        <p:txBody>
          <a:bodyPr/>
          <a:lstStyle/>
          <a:p>
            <a:pPr rtl="0"/>
            <a:fld id="{B5CEABB6-07DC-46E8-9B57-56EC44A396E5}" type="slidenum">
              <a:rPr lang="es-ES" smtClean="0"/>
              <a:pPr rtl="0"/>
              <a:t>71</a:t>
            </a:fld>
            <a:endParaRPr lang="es-ES" dirty="0"/>
          </a:p>
        </p:txBody>
      </p:sp>
      <p:sp>
        <p:nvSpPr>
          <p:cNvPr id="8" name="Título 4">
            <a:extLst>
              <a:ext uri="{FF2B5EF4-FFF2-40B4-BE49-F238E27FC236}">
                <a16:creationId xmlns:a16="http://schemas.microsoft.com/office/drawing/2014/main" id="{7D4FCAF5-4904-48D7-9F7F-21C0F0B9DA09}"/>
              </a:ext>
            </a:extLst>
          </p:cNvPr>
          <p:cNvSpPr>
            <a:spLocks noGrp="1"/>
          </p:cNvSpPr>
          <p:nvPr>
            <p:ph type="title"/>
          </p:nvPr>
        </p:nvSpPr>
        <p:spPr>
          <a:xfrm>
            <a:off x="891990" y="434225"/>
            <a:ext cx="9524998" cy="1499627"/>
          </a:xfrm>
        </p:spPr>
        <p:txBody>
          <a:bodyPr/>
          <a:lstStyle/>
          <a:p>
            <a:r>
              <a:rPr lang="es-ES" dirty="0"/>
              <a:t>Bloques de Modbus</a:t>
            </a:r>
            <a:endParaRPr lang="es-MX" dirty="0"/>
          </a:p>
        </p:txBody>
      </p:sp>
      <p:pic>
        <p:nvPicPr>
          <p:cNvPr id="7" name="Imagen 6">
            <a:extLst>
              <a:ext uri="{FF2B5EF4-FFF2-40B4-BE49-F238E27FC236}">
                <a16:creationId xmlns:a16="http://schemas.microsoft.com/office/drawing/2014/main" id="{085E2C56-5656-45DD-8206-94F7FF293E0B}"/>
              </a:ext>
            </a:extLst>
          </p:cNvPr>
          <p:cNvPicPr>
            <a:picLocks noChangeAspect="1"/>
          </p:cNvPicPr>
          <p:nvPr/>
        </p:nvPicPr>
        <p:blipFill>
          <a:blip r:embed="rId4"/>
          <a:stretch>
            <a:fillRect/>
          </a:stretch>
        </p:blipFill>
        <p:spPr>
          <a:xfrm>
            <a:off x="-7543" y="-25563"/>
            <a:ext cx="888053" cy="900000"/>
          </a:xfrm>
          <a:prstGeom prst="rect">
            <a:avLst/>
          </a:prstGeom>
        </p:spPr>
      </p:pic>
    </p:spTree>
    <p:extLst>
      <p:ext uri="{BB962C8B-B14F-4D97-AF65-F5344CB8AC3E}">
        <p14:creationId xmlns:p14="http://schemas.microsoft.com/office/powerpoint/2010/main" val="62423149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Marcador de contenido 5">
            <a:extLst>
              <a:ext uri="{FF2B5EF4-FFF2-40B4-BE49-F238E27FC236}">
                <a16:creationId xmlns:a16="http://schemas.microsoft.com/office/drawing/2014/main" id="{34E24264-76B7-4CEE-89C8-7ED41180125D}"/>
              </a:ext>
            </a:extLst>
          </p:cNvPr>
          <p:cNvSpPr>
            <a:spLocks noGrp="1"/>
          </p:cNvSpPr>
          <p:nvPr>
            <p:ph sz="quarter" idx="10"/>
          </p:nvPr>
        </p:nvSpPr>
        <p:spPr>
          <a:xfrm>
            <a:off x="836886" y="1933852"/>
            <a:ext cx="5755341" cy="6196404"/>
          </a:xfrm>
        </p:spPr>
        <p:txBody>
          <a:bodyPr>
            <a:normAutofit/>
          </a:bodyPr>
          <a:lstStyle/>
          <a:p>
            <a:r>
              <a:rPr lang="es-ES" sz="2400" b="1" dirty="0"/>
              <a:t>Obtener entrada discreta:</a:t>
            </a:r>
            <a:r>
              <a:rPr lang="es-ES" sz="2400" dirty="0"/>
              <a:t> </a:t>
            </a:r>
            <a:r>
              <a:rPr lang="es-MX" sz="2000" dirty="0"/>
              <a:t>Recupera el valor (encendido o apagado) de una entrada digital específica.</a:t>
            </a:r>
          </a:p>
          <a:p>
            <a:r>
              <a:rPr lang="es-ES" sz="2400" b="1" dirty="0"/>
              <a:t>Obtener varios valores del registro de bobina:</a:t>
            </a:r>
            <a:r>
              <a:rPr lang="es-ES" sz="2400" dirty="0"/>
              <a:t> </a:t>
            </a:r>
            <a:r>
              <a:rPr lang="es-ES" sz="2000" dirty="0"/>
              <a:t>Recupera varios valores (encendido o apagado) desde una dirección específica del registro de bobinas.</a:t>
            </a:r>
          </a:p>
          <a:p>
            <a:r>
              <a:rPr lang="es-ES" sz="2400" b="1" dirty="0"/>
              <a:t>Obtener varios valores del registro de retención:</a:t>
            </a:r>
            <a:r>
              <a:rPr lang="es-ES" sz="2400" dirty="0"/>
              <a:t> </a:t>
            </a:r>
            <a:r>
              <a:rPr lang="es-ES" sz="2000" dirty="0"/>
              <a:t>Recupera varios valores guardados desde una dirección específica del registro de retención.</a:t>
            </a:r>
            <a:endParaRPr lang="es-ES" sz="3200" b="1" i="0" dirty="0">
              <a:solidFill>
                <a:srgbClr val="111111"/>
              </a:solidFill>
              <a:effectLst/>
              <a:latin typeface="Roboto" panose="02000000000000000000" pitchFamily="2" charset="0"/>
            </a:endParaRPr>
          </a:p>
        </p:txBody>
      </p:sp>
      <p:pic>
        <p:nvPicPr>
          <p:cNvPr id="16" name="Imagen 15">
            <a:extLst>
              <a:ext uri="{FF2B5EF4-FFF2-40B4-BE49-F238E27FC236}">
                <a16:creationId xmlns:a16="http://schemas.microsoft.com/office/drawing/2014/main" id="{5E6E95AF-15B8-46A0-9ADA-C1A3467680F8}"/>
              </a:ext>
            </a:extLst>
          </p:cNvPr>
          <p:cNvPicPr>
            <a:picLocks noChangeAspect="1"/>
          </p:cNvPicPr>
          <p:nvPr/>
        </p:nvPicPr>
        <p:blipFill>
          <a:blip r:embed="rId2"/>
          <a:stretch>
            <a:fillRect/>
          </a:stretch>
        </p:blipFill>
        <p:spPr>
          <a:xfrm>
            <a:off x="6592227" y="2445633"/>
            <a:ext cx="5212861" cy="667840"/>
          </a:xfrm>
          <a:prstGeom prst="rect">
            <a:avLst/>
          </a:prstGeom>
        </p:spPr>
      </p:pic>
      <p:pic>
        <p:nvPicPr>
          <p:cNvPr id="20" name="Imagen 19">
            <a:extLst>
              <a:ext uri="{FF2B5EF4-FFF2-40B4-BE49-F238E27FC236}">
                <a16:creationId xmlns:a16="http://schemas.microsoft.com/office/drawing/2014/main" id="{B0BF298B-7877-4286-982F-096ACB054247}"/>
              </a:ext>
            </a:extLst>
          </p:cNvPr>
          <p:cNvPicPr>
            <a:picLocks noChangeAspect="1"/>
          </p:cNvPicPr>
          <p:nvPr/>
        </p:nvPicPr>
        <p:blipFill>
          <a:blip r:embed="rId3"/>
          <a:stretch>
            <a:fillRect/>
          </a:stretch>
        </p:blipFill>
        <p:spPr>
          <a:xfrm>
            <a:off x="6592227" y="3331180"/>
            <a:ext cx="5115376" cy="667840"/>
          </a:xfrm>
          <a:prstGeom prst="rect">
            <a:avLst/>
          </a:prstGeom>
        </p:spPr>
      </p:pic>
      <p:sp>
        <p:nvSpPr>
          <p:cNvPr id="2" name="Marcador de número de diapositiva 1">
            <a:extLst>
              <a:ext uri="{FF2B5EF4-FFF2-40B4-BE49-F238E27FC236}">
                <a16:creationId xmlns:a16="http://schemas.microsoft.com/office/drawing/2014/main" id="{C9FE357D-C574-493A-BBA0-31E148F518C6}"/>
              </a:ext>
            </a:extLst>
          </p:cNvPr>
          <p:cNvSpPr>
            <a:spLocks noGrp="1"/>
          </p:cNvSpPr>
          <p:nvPr>
            <p:ph type="sldNum" sz="quarter" idx="4"/>
          </p:nvPr>
        </p:nvSpPr>
        <p:spPr/>
        <p:txBody>
          <a:bodyPr/>
          <a:lstStyle/>
          <a:p>
            <a:pPr rtl="0"/>
            <a:fld id="{B5CEABB6-07DC-46E8-9B57-56EC44A396E5}" type="slidenum">
              <a:rPr lang="es-ES" smtClean="0"/>
              <a:pPr rtl="0"/>
              <a:t>72</a:t>
            </a:fld>
            <a:endParaRPr lang="es-ES" dirty="0"/>
          </a:p>
        </p:txBody>
      </p:sp>
      <p:sp>
        <p:nvSpPr>
          <p:cNvPr id="11" name="Título 4">
            <a:extLst>
              <a:ext uri="{FF2B5EF4-FFF2-40B4-BE49-F238E27FC236}">
                <a16:creationId xmlns:a16="http://schemas.microsoft.com/office/drawing/2014/main" id="{1FA287C5-4F99-4E0E-9E0F-4032AD71E3C1}"/>
              </a:ext>
            </a:extLst>
          </p:cNvPr>
          <p:cNvSpPr>
            <a:spLocks noGrp="1"/>
          </p:cNvSpPr>
          <p:nvPr>
            <p:ph type="title"/>
          </p:nvPr>
        </p:nvSpPr>
        <p:spPr>
          <a:xfrm>
            <a:off x="891990" y="434225"/>
            <a:ext cx="9524998" cy="1499627"/>
          </a:xfrm>
        </p:spPr>
        <p:txBody>
          <a:bodyPr/>
          <a:lstStyle/>
          <a:p>
            <a:r>
              <a:rPr lang="es-ES" dirty="0"/>
              <a:t>Bloques de Modbus</a:t>
            </a:r>
            <a:endParaRPr lang="es-MX" dirty="0"/>
          </a:p>
        </p:txBody>
      </p:sp>
      <p:pic>
        <p:nvPicPr>
          <p:cNvPr id="4" name="Imagen 3">
            <a:extLst>
              <a:ext uri="{FF2B5EF4-FFF2-40B4-BE49-F238E27FC236}">
                <a16:creationId xmlns:a16="http://schemas.microsoft.com/office/drawing/2014/main" id="{8E63508C-9ABE-46F4-8F3A-18CDC392A756}"/>
              </a:ext>
            </a:extLst>
          </p:cNvPr>
          <p:cNvPicPr>
            <a:picLocks noChangeAspect="1"/>
          </p:cNvPicPr>
          <p:nvPr/>
        </p:nvPicPr>
        <p:blipFill>
          <a:blip r:embed="rId4"/>
          <a:stretch>
            <a:fillRect/>
          </a:stretch>
        </p:blipFill>
        <p:spPr>
          <a:xfrm>
            <a:off x="6592227" y="4501992"/>
            <a:ext cx="5212861" cy="613278"/>
          </a:xfrm>
          <a:prstGeom prst="rect">
            <a:avLst/>
          </a:prstGeom>
        </p:spPr>
      </p:pic>
      <p:pic>
        <p:nvPicPr>
          <p:cNvPr id="8" name="Imagen 7">
            <a:extLst>
              <a:ext uri="{FF2B5EF4-FFF2-40B4-BE49-F238E27FC236}">
                <a16:creationId xmlns:a16="http://schemas.microsoft.com/office/drawing/2014/main" id="{F6661E0D-F1DD-47A5-A327-67A323BA8E16}"/>
              </a:ext>
            </a:extLst>
          </p:cNvPr>
          <p:cNvPicPr>
            <a:picLocks noChangeAspect="1"/>
          </p:cNvPicPr>
          <p:nvPr/>
        </p:nvPicPr>
        <p:blipFill>
          <a:blip r:embed="rId5"/>
          <a:stretch>
            <a:fillRect/>
          </a:stretch>
        </p:blipFill>
        <p:spPr>
          <a:xfrm>
            <a:off x="-7543" y="-25563"/>
            <a:ext cx="888053" cy="900000"/>
          </a:xfrm>
          <a:prstGeom prst="rect">
            <a:avLst/>
          </a:prstGeom>
        </p:spPr>
      </p:pic>
    </p:spTree>
    <p:extLst>
      <p:ext uri="{BB962C8B-B14F-4D97-AF65-F5344CB8AC3E}">
        <p14:creationId xmlns:p14="http://schemas.microsoft.com/office/powerpoint/2010/main" val="124688123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Marcador de contenido 5">
            <a:extLst>
              <a:ext uri="{FF2B5EF4-FFF2-40B4-BE49-F238E27FC236}">
                <a16:creationId xmlns:a16="http://schemas.microsoft.com/office/drawing/2014/main" id="{34E24264-76B7-4CEE-89C8-7ED41180125D}"/>
              </a:ext>
            </a:extLst>
          </p:cNvPr>
          <p:cNvSpPr>
            <a:spLocks noGrp="1"/>
          </p:cNvSpPr>
          <p:nvPr>
            <p:ph sz="quarter" idx="10"/>
          </p:nvPr>
        </p:nvSpPr>
        <p:spPr>
          <a:xfrm>
            <a:off x="891990" y="2057189"/>
            <a:ext cx="5755341" cy="6196404"/>
          </a:xfrm>
        </p:spPr>
        <p:txBody>
          <a:bodyPr>
            <a:normAutofit/>
          </a:bodyPr>
          <a:lstStyle/>
          <a:p>
            <a:r>
              <a:rPr lang="es-ES" sz="2800" b="1" dirty="0"/>
              <a:t>Configurar registro de bobina:</a:t>
            </a:r>
            <a:r>
              <a:rPr lang="es-ES" sz="2800" dirty="0"/>
              <a:t> </a:t>
            </a:r>
            <a:r>
              <a:rPr lang="es-ES" sz="2400" dirty="0"/>
              <a:t>Escribe un valor (como encendido o apagado) en una dirección específica del registro de bobina.</a:t>
            </a:r>
          </a:p>
          <a:p>
            <a:r>
              <a:rPr lang="es-ES" sz="2800" b="1" dirty="0"/>
              <a:t>Configurar múltiples registros de bobina:</a:t>
            </a:r>
            <a:r>
              <a:rPr lang="es-ES" sz="2800" dirty="0"/>
              <a:t> </a:t>
            </a:r>
            <a:r>
              <a:rPr lang="es-ES" sz="2400" dirty="0"/>
              <a:t>Escribe varios valores en diferentes direcciones del registro de bobina al mismo tiempo.</a:t>
            </a:r>
            <a:endParaRPr lang="es-ES" sz="2800" dirty="0"/>
          </a:p>
        </p:txBody>
      </p:sp>
      <p:pic>
        <p:nvPicPr>
          <p:cNvPr id="5" name="Marcador de contenido 4">
            <a:extLst>
              <a:ext uri="{FF2B5EF4-FFF2-40B4-BE49-F238E27FC236}">
                <a16:creationId xmlns:a16="http://schemas.microsoft.com/office/drawing/2014/main" id="{071CEEDC-EB24-4E31-8954-BA573A21661A}"/>
              </a:ext>
            </a:extLst>
          </p:cNvPr>
          <p:cNvPicPr>
            <a:picLocks noGrp="1" noChangeAspect="1"/>
          </p:cNvPicPr>
          <p:nvPr>
            <p:ph sz="quarter" idx="11"/>
          </p:nvPr>
        </p:nvPicPr>
        <p:blipFill>
          <a:blip r:embed="rId2"/>
          <a:stretch>
            <a:fillRect/>
          </a:stretch>
        </p:blipFill>
        <p:spPr>
          <a:xfrm>
            <a:off x="7207163" y="2269075"/>
            <a:ext cx="4178270" cy="628311"/>
          </a:xfrm>
        </p:spPr>
      </p:pic>
      <p:pic>
        <p:nvPicPr>
          <p:cNvPr id="9" name="Imagen 8">
            <a:extLst>
              <a:ext uri="{FF2B5EF4-FFF2-40B4-BE49-F238E27FC236}">
                <a16:creationId xmlns:a16="http://schemas.microsoft.com/office/drawing/2014/main" id="{569D6052-6943-4B18-9560-6F16CE6C6CD5}"/>
              </a:ext>
            </a:extLst>
          </p:cNvPr>
          <p:cNvPicPr>
            <a:picLocks noChangeAspect="1"/>
          </p:cNvPicPr>
          <p:nvPr/>
        </p:nvPicPr>
        <p:blipFill>
          <a:blip r:embed="rId3"/>
          <a:stretch>
            <a:fillRect/>
          </a:stretch>
        </p:blipFill>
        <p:spPr>
          <a:xfrm>
            <a:off x="6436658" y="3805465"/>
            <a:ext cx="5755342" cy="642586"/>
          </a:xfrm>
          <a:prstGeom prst="rect">
            <a:avLst/>
          </a:prstGeom>
        </p:spPr>
      </p:pic>
      <p:sp>
        <p:nvSpPr>
          <p:cNvPr id="2" name="Marcador de número de diapositiva 1">
            <a:extLst>
              <a:ext uri="{FF2B5EF4-FFF2-40B4-BE49-F238E27FC236}">
                <a16:creationId xmlns:a16="http://schemas.microsoft.com/office/drawing/2014/main" id="{E2298200-CD72-41AF-AB56-2E6719923031}"/>
              </a:ext>
            </a:extLst>
          </p:cNvPr>
          <p:cNvSpPr>
            <a:spLocks noGrp="1"/>
          </p:cNvSpPr>
          <p:nvPr>
            <p:ph type="sldNum" sz="quarter" idx="4"/>
          </p:nvPr>
        </p:nvSpPr>
        <p:spPr/>
        <p:txBody>
          <a:bodyPr/>
          <a:lstStyle/>
          <a:p>
            <a:pPr rtl="0"/>
            <a:fld id="{B5CEABB6-07DC-46E8-9B57-56EC44A396E5}" type="slidenum">
              <a:rPr lang="es-ES" smtClean="0"/>
              <a:pPr rtl="0"/>
              <a:t>73</a:t>
            </a:fld>
            <a:endParaRPr lang="es-ES" dirty="0"/>
          </a:p>
        </p:txBody>
      </p:sp>
      <p:sp>
        <p:nvSpPr>
          <p:cNvPr id="8" name="Título 4">
            <a:extLst>
              <a:ext uri="{FF2B5EF4-FFF2-40B4-BE49-F238E27FC236}">
                <a16:creationId xmlns:a16="http://schemas.microsoft.com/office/drawing/2014/main" id="{C372DA5C-184D-4962-A448-567EC94436C4}"/>
              </a:ext>
            </a:extLst>
          </p:cNvPr>
          <p:cNvSpPr>
            <a:spLocks noGrp="1"/>
          </p:cNvSpPr>
          <p:nvPr>
            <p:ph type="title"/>
          </p:nvPr>
        </p:nvSpPr>
        <p:spPr>
          <a:xfrm>
            <a:off x="891990" y="434225"/>
            <a:ext cx="9524998" cy="1499627"/>
          </a:xfrm>
        </p:spPr>
        <p:txBody>
          <a:bodyPr/>
          <a:lstStyle/>
          <a:p>
            <a:r>
              <a:rPr lang="es-ES" dirty="0"/>
              <a:t>Bloques de Modbus</a:t>
            </a:r>
            <a:endParaRPr lang="es-MX" dirty="0"/>
          </a:p>
        </p:txBody>
      </p:sp>
      <p:pic>
        <p:nvPicPr>
          <p:cNvPr id="7" name="Imagen 6">
            <a:extLst>
              <a:ext uri="{FF2B5EF4-FFF2-40B4-BE49-F238E27FC236}">
                <a16:creationId xmlns:a16="http://schemas.microsoft.com/office/drawing/2014/main" id="{1C40B11A-3FA7-41E5-9330-52ACF799EF23}"/>
              </a:ext>
            </a:extLst>
          </p:cNvPr>
          <p:cNvPicPr>
            <a:picLocks noChangeAspect="1"/>
          </p:cNvPicPr>
          <p:nvPr/>
        </p:nvPicPr>
        <p:blipFill>
          <a:blip r:embed="rId4"/>
          <a:stretch>
            <a:fillRect/>
          </a:stretch>
        </p:blipFill>
        <p:spPr>
          <a:xfrm>
            <a:off x="-7543" y="-25563"/>
            <a:ext cx="888053" cy="900000"/>
          </a:xfrm>
          <a:prstGeom prst="rect">
            <a:avLst/>
          </a:prstGeom>
        </p:spPr>
      </p:pic>
    </p:spTree>
    <p:extLst>
      <p:ext uri="{BB962C8B-B14F-4D97-AF65-F5344CB8AC3E}">
        <p14:creationId xmlns:p14="http://schemas.microsoft.com/office/powerpoint/2010/main" val="21348759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Marcador de contenido 5">
            <a:extLst>
              <a:ext uri="{FF2B5EF4-FFF2-40B4-BE49-F238E27FC236}">
                <a16:creationId xmlns:a16="http://schemas.microsoft.com/office/drawing/2014/main" id="{34E24264-76B7-4CEE-89C8-7ED41180125D}"/>
              </a:ext>
            </a:extLst>
          </p:cNvPr>
          <p:cNvSpPr>
            <a:spLocks noGrp="1"/>
          </p:cNvSpPr>
          <p:nvPr>
            <p:ph sz="quarter" idx="10"/>
          </p:nvPr>
        </p:nvSpPr>
        <p:spPr>
          <a:xfrm>
            <a:off x="610268" y="1951421"/>
            <a:ext cx="5755341" cy="6196404"/>
          </a:xfrm>
        </p:spPr>
        <p:txBody>
          <a:bodyPr>
            <a:normAutofit/>
          </a:bodyPr>
          <a:lstStyle/>
          <a:p>
            <a:r>
              <a:rPr lang="es-ES" sz="2800" b="1" dirty="0"/>
              <a:t>Configurar registro de retención:</a:t>
            </a:r>
            <a:r>
              <a:rPr lang="es-ES" sz="2800" dirty="0"/>
              <a:t> </a:t>
            </a:r>
            <a:r>
              <a:rPr lang="es-ES" sz="2400" dirty="0"/>
              <a:t>Escribe un valor en una dirección específica del registro de retención.</a:t>
            </a:r>
          </a:p>
          <a:p>
            <a:r>
              <a:rPr lang="es-ES" sz="2800" b="1" dirty="0"/>
              <a:t>Cerrar maestro Modbus:</a:t>
            </a:r>
            <a:r>
              <a:rPr lang="es-ES" sz="2800" dirty="0"/>
              <a:t> </a:t>
            </a:r>
            <a:r>
              <a:rPr lang="es-ES" sz="2400" dirty="0"/>
              <a:t>Termina la conexión del maestro Modbus y desconecta todos los dispositivos que están conectados como esclavos.</a:t>
            </a:r>
            <a:endParaRPr lang="es-ES" sz="3600" b="1" i="0" dirty="0">
              <a:solidFill>
                <a:srgbClr val="111111"/>
              </a:solidFill>
              <a:effectLst/>
              <a:latin typeface="Roboto" panose="02000000000000000000" pitchFamily="2" charset="0"/>
            </a:endParaRPr>
          </a:p>
        </p:txBody>
      </p:sp>
      <p:pic>
        <p:nvPicPr>
          <p:cNvPr id="12" name="Imagen 11">
            <a:extLst>
              <a:ext uri="{FF2B5EF4-FFF2-40B4-BE49-F238E27FC236}">
                <a16:creationId xmlns:a16="http://schemas.microsoft.com/office/drawing/2014/main" id="{D8980DFF-9069-4825-82CD-251E239D7F5B}"/>
              </a:ext>
            </a:extLst>
          </p:cNvPr>
          <p:cNvPicPr>
            <a:picLocks noChangeAspect="1"/>
          </p:cNvPicPr>
          <p:nvPr/>
        </p:nvPicPr>
        <p:blipFill>
          <a:blip r:embed="rId2"/>
          <a:stretch>
            <a:fillRect/>
          </a:stretch>
        </p:blipFill>
        <p:spPr>
          <a:xfrm>
            <a:off x="6735568" y="2258657"/>
            <a:ext cx="4790761" cy="597148"/>
          </a:xfrm>
          <a:prstGeom prst="rect">
            <a:avLst/>
          </a:prstGeom>
        </p:spPr>
      </p:pic>
      <p:pic>
        <p:nvPicPr>
          <p:cNvPr id="15" name="Imagen 14">
            <a:extLst>
              <a:ext uri="{FF2B5EF4-FFF2-40B4-BE49-F238E27FC236}">
                <a16:creationId xmlns:a16="http://schemas.microsoft.com/office/drawing/2014/main" id="{776B3513-F94D-47A0-B6D7-2E7C839C961D}"/>
              </a:ext>
            </a:extLst>
          </p:cNvPr>
          <p:cNvPicPr>
            <a:picLocks noChangeAspect="1"/>
          </p:cNvPicPr>
          <p:nvPr/>
        </p:nvPicPr>
        <p:blipFill>
          <a:blip r:embed="rId3"/>
          <a:stretch>
            <a:fillRect/>
          </a:stretch>
        </p:blipFill>
        <p:spPr>
          <a:xfrm>
            <a:off x="8214869" y="4002195"/>
            <a:ext cx="1832161" cy="637863"/>
          </a:xfrm>
          <a:prstGeom prst="rect">
            <a:avLst/>
          </a:prstGeom>
        </p:spPr>
      </p:pic>
      <p:sp>
        <p:nvSpPr>
          <p:cNvPr id="2" name="Marcador de número de diapositiva 1">
            <a:extLst>
              <a:ext uri="{FF2B5EF4-FFF2-40B4-BE49-F238E27FC236}">
                <a16:creationId xmlns:a16="http://schemas.microsoft.com/office/drawing/2014/main" id="{E2298200-CD72-41AF-AB56-2E6719923031}"/>
              </a:ext>
            </a:extLst>
          </p:cNvPr>
          <p:cNvSpPr>
            <a:spLocks noGrp="1"/>
          </p:cNvSpPr>
          <p:nvPr>
            <p:ph type="sldNum" sz="quarter" idx="4"/>
          </p:nvPr>
        </p:nvSpPr>
        <p:spPr/>
        <p:txBody>
          <a:bodyPr/>
          <a:lstStyle/>
          <a:p>
            <a:pPr rtl="0"/>
            <a:fld id="{B5CEABB6-07DC-46E8-9B57-56EC44A396E5}" type="slidenum">
              <a:rPr lang="es-ES" smtClean="0"/>
              <a:pPr rtl="0"/>
              <a:t>74</a:t>
            </a:fld>
            <a:endParaRPr lang="es-ES" dirty="0"/>
          </a:p>
        </p:txBody>
      </p:sp>
      <p:sp>
        <p:nvSpPr>
          <p:cNvPr id="10" name="Título 4">
            <a:extLst>
              <a:ext uri="{FF2B5EF4-FFF2-40B4-BE49-F238E27FC236}">
                <a16:creationId xmlns:a16="http://schemas.microsoft.com/office/drawing/2014/main" id="{68D993E3-B46C-472A-84C2-BA6A6039D4A7}"/>
              </a:ext>
            </a:extLst>
          </p:cNvPr>
          <p:cNvSpPr>
            <a:spLocks noGrp="1"/>
          </p:cNvSpPr>
          <p:nvPr>
            <p:ph type="title"/>
          </p:nvPr>
        </p:nvSpPr>
        <p:spPr>
          <a:xfrm>
            <a:off x="891990" y="434225"/>
            <a:ext cx="9524998" cy="1499627"/>
          </a:xfrm>
        </p:spPr>
        <p:txBody>
          <a:bodyPr/>
          <a:lstStyle/>
          <a:p>
            <a:r>
              <a:rPr lang="es-ES" dirty="0"/>
              <a:t>Bloques de Modbus</a:t>
            </a:r>
            <a:endParaRPr lang="es-MX" dirty="0"/>
          </a:p>
        </p:txBody>
      </p:sp>
      <p:pic>
        <p:nvPicPr>
          <p:cNvPr id="7" name="Imagen 6">
            <a:extLst>
              <a:ext uri="{FF2B5EF4-FFF2-40B4-BE49-F238E27FC236}">
                <a16:creationId xmlns:a16="http://schemas.microsoft.com/office/drawing/2014/main" id="{45923708-12C5-4610-AB46-81F727A8310E}"/>
              </a:ext>
            </a:extLst>
          </p:cNvPr>
          <p:cNvPicPr>
            <a:picLocks noChangeAspect="1"/>
          </p:cNvPicPr>
          <p:nvPr/>
        </p:nvPicPr>
        <p:blipFill>
          <a:blip r:embed="rId4"/>
          <a:stretch>
            <a:fillRect/>
          </a:stretch>
        </p:blipFill>
        <p:spPr>
          <a:xfrm>
            <a:off x="-7543" y="-25563"/>
            <a:ext cx="888053" cy="900000"/>
          </a:xfrm>
          <a:prstGeom prst="rect">
            <a:avLst/>
          </a:prstGeom>
        </p:spPr>
      </p:pic>
    </p:spTree>
    <p:extLst>
      <p:ext uri="{BB962C8B-B14F-4D97-AF65-F5344CB8AC3E}">
        <p14:creationId xmlns:p14="http://schemas.microsoft.com/office/powerpoint/2010/main" val="86713797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4">
            <a:extLst>
              <a:ext uri="{FF2B5EF4-FFF2-40B4-BE49-F238E27FC236}">
                <a16:creationId xmlns:a16="http://schemas.microsoft.com/office/drawing/2014/main" id="{44502753-8D89-46E8-84C8-0FD500EECD4D}"/>
              </a:ext>
            </a:extLst>
          </p:cNvPr>
          <p:cNvSpPr>
            <a:spLocks noGrp="1"/>
          </p:cNvSpPr>
          <p:nvPr>
            <p:ph type="title"/>
          </p:nvPr>
        </p:nvSpPr>
        <p:spPr/>
        <p:txBody>
          <a:bodyPr/>
          <a:lstStyle/>
          <a:p>
            <a:r>
              <a:rPr lang="es-ES" dirty="0"/>
              <a:t>Bloques de Comandos TCP</a:t>
            </a:r>
            <a:endParaRPr lang="es-MX" dirty="0"/>
          </a:p>
        </p:txBody>
      </p:sp>
      <p:sp>
        <p:nvSpPr>
          <p:cNvPr id="6" name="Marcador de contenido 5">
            <a:extLst>
              <a:ext uri="{FF2B5EF4-FFF2-40B4-BE49-F238E27FC236}">
                <a16:creationId xmlns:a16="http://schemas.microsoft.com/office/drawing/2014/main" id="{00653504-9548-4389-9CD8-2E4D3C63105D}"/>
              </a:ext>
            </a:extLst>
          </p:cNvPr>
          <p:cNvSpPr>
            <a:spLocks noGrp="1"/>
          </p:cNvSpPr>
          <p:nvPr>
            <p:ph sz="quarter" idx="10"/>
          </p:nvPr>
        </p:nvSpPr>
        <p:spPr>
          <a:xfrm>
            <a:off x="244928" y="2123126"/>
            <a:ext cx="6257366" cy="3914910"/>
          </a:xfrm>
        </p:spPr>
        <p:txBody>
          <a:bodyPr>
            <a:normAutofit lnSpcReduction="10000"/>
          </a:bodyPr>
          <a:lstStyle/>
          <a:p>
            <a:r>
              <a:rPr lang="es-ES" dirty="0"/>
              <a:t>Permiten que el robot se comunique con dispositivos externos a través del protocolo TCP/IP, facilitando la integración con sistemas como PLCs, HMIs o cámaras inteligentes.</a:t>
            </a:r>
            <a:endParaRPr lang="es-ES" sz="2000" b="1" dirty="0"/>
          </a:p>
          <a:p>
            <a:endParaRPr lang="es-ES" b="1" dirty="0"/>
          </a:p>
          <a:p>
            <a:pPr marL="342900" indent="-342900">
              <a:buFont typeface="Arial" panose="020B0604020202020204" pitchFamily="34" charset="0"/>
              <a:buChar char="•"/>
            </a:pPr>
            <a:r>
              <a:rPr lang="es-ES" sz="2800" b="1" dirty="0"/>
              <a:t>Establecer conexión de socket:</a:t>
            </a:r>
            <a:r>
              <a:rPr lang="es-ES" sz="2800" dirty="0"/>
              <a:t> </a:t>
            </a:r>
            <a:r>
              <a:rPr lang="es-ES" sz="2400" dirty="0"/>
              <a:t>Crea una conexión para comunicarse con otro servidor usando TCP.</a:t>
            </a:r>
          </a:p>
          <a:p>
            <a:pPr marL="342900" indent="-342900">
              <a:buFont typeface="Arial" panose="020B0604020202020204" pitchFamily="34" charset="0"/>
              <a:buChar char="•"/>
            </a:pPr>
            <a:r>
              <a:rPr lang="es-ES" sz="2800" b="1" dirty="0"/>
              <a:t>Obtener resultado de conexión de socket:</a:t>
            </a:r>
            <a:r>
              <a:rPr lang="es-ES" sz="2800" dirty="0"/>
              <a:t> </a:t>
            </a:r>
            <a:r>
              <a:rPr lang="es-ES" sz="2400" dirty="0"/>
              <a:t>Verifica si la conexión TCP se hizo correctamente o si hubo algún problema.</a:t>
            </a:r>
          </a:p>
          <a:p>
            <a:pPr marL="342900" indent="-342900">
              <a:buFont typeface="Arial" panose="020B0604020202020204" pitchFamily="34" charset="0"/>
              <a:buChar char="•"/>
            </a:pPr>
            <a:endParaRPr lang="es-ES" sz="2800" dirty="0"/>
          </a:p>
        </p:txBody>
      </p:sp>
      <p:pic>
        <p:nvPicPr>
          <p:cNvPr id="8" name="Marcador de contenido 7">
            <a:extLst>
              <a:ext uri="{FF2B5EF4-FFF2-40B4-BE49-F238E27FC236}">
                <a16:creationId xmlns:a16="http://schemas.microsoft.com/office/drawing/2014/main" id="{835BAC14-7F87-4854-ACB0-6B5AA4030536}"/>
              </a:ext>
            </a:extLst>
          </p:cNvPr>
          <p:cNvPicPr>
            <a:picLocks noGrp="1" noChangeAspect="1"/>
          </p:cNvPicPr>
          <p:nvPr>
            <p:ph sz="quarter" idx="11"/>
          </p:nvPr>
        </p:nvPicPr>
        <p:blipFill>
          <a:blip r:embed="rId2"/>
          <a:stretch>
            <a:fillRect/>
          </a:stretch>
        </p:blipFill>
        <p:spPr>
          <a:xfrm>
            <a:off x="6705191" y="3663381"/>
            <a:ext cx="5354176" cy="641875"/>
          </a:xfrm>
        </p:spPr>
      </p:pic>
      <p:pic>
        <p:nvPicPr>
          <p:cNvPr id="12" name="Imagen 11">
            <a:extLst>
              <a:ext uri="{FF2B5EF4-FFF2-40B4-BE49-F238E27FC236}">
                <a16:creationId xmlns:a16="http://schemas.microsoft.com/office/drawing/2014/main" id="{9E75814B-816E-4CF2-B2B4-BBA6792B5610}"/>
              </a:ext>
            </a:extLst>
          </p:cNvPr>
          <p:cNvPicPr>
            <a:picLocks noChangeAspect="1"/>
          </p:cNvPicPr>
          <p:nvPr/>
        </p:nvPicPr>
        <p:blipFill>
          <a:blip r:embed="rId3"/>
          <a:stretch>
            <a:fillRect/>
          </a:stretch>
        </p:blipFill>
        <p:spPr>
          <a:xfrm>
            <a:off x="7446264" y="4795813"/>
            <a:ext cx="3498253" cy="591744"/>
          </a:xfrm>
          <a:prstGeom prst="rect">
            <a:avLst/>
          </a:prstGeom>
        </p:spPr>
      </p:pic>
      <p:sp>
        <p:nvSpPr>
          <p:cNvPr id="2" name="Marcador de número de diapositiva 1">
            <a:extLst>
              <a:ext uri="{FF2B5EF4-FFF2-40B4-BE49-F238E27FC236}">
                <a16:creationId xmlns:a16="http://schemas.microsoft.com/office/drawing/2014/main" id="{6C9C4C04-61EF-49FC-8E06-8D5048921140}"/>
              </a:ext>
            </a:extLst>
          </p:cNvPr>
          <p:cNvSpPr>
            <a:spLocks noGrp="1"/>
          </p:cNvSpPr>
          <p:nvPr>
            <p:ph type="sldNum" sz="quarter" idx="4"/>
          </p:nvPr>
        </p:nvSpPr>
        <p:spPr/>
        <p:txBody>
          <a:bodyPr/>
          <a:lstStyle/>
          <a:p>
            <a:pPr rtl="0"/>
            <a:fld id="{B5CEABB6-07DC-46E8-9B57-56EC44A396E5}" type="slidenum">
              <a:rPr lang="es-ES" smtClean="0"/>
              <a:pPr rtl="0"/>
              <a:t>75</a:t>
            </a:fld>
            <a:endParaRPr lang="es-ES" dirty="0"/>
          </a:p>
        </p:txBody>
      </p:sp>
      <p:pic>
        <p:nvPicPr>
          <p:cNvPr id="7" name="Imagen 6">
            <a:extLst>
              <a:ext uri="{FF2B5EF4-FFF2-40B4-BE49-F238E27FC236}">
                <a16:creationId xmlns:a16="http://schemas.microsoft.com/office/drawing/2014/main" id="{9ECA5325-9713-434E-96A8-541F97070F5F}"/>
              </a:ext>
            </a:extLst>
          </p:cNvPr>
          <p:cNvPicPr>
            <a:picLocks noChangeAspect="1"/>
          </p:cNvPicPr>
          <p:nvPr/>
        </p:nvPicPr>
        <p:blipFill>
          <a:blip r:embed="rId4"/>
          <a:stretch>
            <a:fillRect/>
          </a:stretch>
        </p:blipFill>
        <p:spPr>
          <a:xfrm>
            <a:off x="-7543" y="-25563"/>
            <a:ext cx="888053" cy="900000"/>
          </a:xfrm>
          <a:prstGeom prst="rect">
            <a:avLst/>
          </a:prstGeom>
        </p:spPr>
      </p:pic>
    </p:spTree>
    <p:extLst>
      <p:ext uri="{BB962C8B-B14F-4D97-AF65-F5344CB8AC3E}">
        <p14:creationId xmlns:p14="http://schemas.microsoft.com/office/powerpoint/2010/main" val="45271085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4">
            <a:extLst>
              <a:ext uri="{FF2B5EF4-FFF2-40B4-BE49-F238E27FC236}">
                <a16:creationId xmlns:a16="http://schemas.microsoft.com/office/drawing/2014/main" id="{44502753-8D89-46E8-84C8-0FD500EECD4D}"/>
              </a:ext>
            </a:extLst>
          </p:cNvPr>
          <p:cNvSpPr>
            <a:spLocks noGrp="1"/>
          </p:cNvSpPr>
          <p:nvPr>
            <p:ph type="title"/>
          </p:nvPr>
        </p:nvSpPr>
        <p:spPr/>
        <p:txBody>
          <a:bodyPr/>
          <a:lstStyle/>
          <a:p>
            <a:r>
              <a:rPr lang="es-ES" dirty="0"/>
              <a:t>Bloques de Comandos TCP</a:t>
            </a:r>
            <a:endParaRPr lang="es-MX" dirty="0"/>
          </a:p>
        </p:txBody>
      </p:sp>
      <p:sp>
        <p:nvSpPr>
          <p:cNvPr id="6" name="Marcador de contenido 5">
            <a:extLst>
              <a:ext uri="{FF2B5EF4-FFF2-40B4-BE49-F238E27FC236}">
                <a16:creationId xmlns:a16="http://schemas.microsoft.com/office/drawing/2014/main" id="{00653504-9548-4389-9CD8-2E4D3C63105D}"/>
              </a:ext>
            </a:extLst>
          </p:cNvPr>
          <p:cNvSpPr>
            <a:spLocks noGrp="1"/>
          </p:cNvSpPr>
          <p:nvPr>
            <p:ph sz="quarter" idx="10"/>
          </p:nvPr>
        </p:nvSpPr>
        <p:spPr>
          <a:xfrm>
            <a:off x="244928" y="2123126"/>
            <a:ext cx="6257366" cy="3914910"/>
          </a:xfrm>
        </p:spPr>
        <p:txBody>
          <a:bodyPr>
            <a:normAutofit/>
          </a:bodyPr>
          <a:lstStyle/>
          <a:p>
            <a:pPr marL="342900" indent="-342900">
              <a:buFont typeface="Arial" panose="020B0604020202020204" pitchFamily="34" charset="0"/>
              <a:buChar char="•"/>
            </a:pPr>
            <a:r>
              <a:rPr lang="es-ES" sz="2800" b="1" dirty="0"/>
              <a:t>Crear socket:</a:t>
            </a:r>
            <a:r>
              <a:rPr lang="es-ES" sz="2800" dirty="0"/>
              <a:t> </a:t>
            </a:r>
            <a:r>
              <a:rPr lang="es-ES" sz="2400" dirty="0"/>
              <a:t>Configura un servidor TCP que espera a que un cliente se conecte.</a:t>
            </a:r>
          </a:p>
          <a:p>
            <a:pPr marL="342900" indent="-342900">
              <a:buFont typeface="Arial" panose="020B0604020202020204" pitchFamily="34" charset="0"/>
              <a:buChar char="•"/>
            </a:pPr>
            <a:r>
              <a:rPr lang="es-ES" sz="2800" b="1" dirty="0"/>
              <a:t>Obtener resultado de creación de socket:</a:t>
            </a:r>
            <a:r>
              <a:rPr lang="es-ES" sz="2800" dirty="0"/>
              <a:t> </a:t>
            </a:r>
            <a:r>
              <a:rPr lang="es-ES" sz="2400" dirty="0"/>
              <a:t>Verifica si el servidor TCP se creó correctamente o si hubo algún problema.</a:t>
            </a:r>
            <a:endParaRPr lang="es-ES" sz="2800" dirty="0"/>
          </a:p>
        </p:txBody>
      </p:sp>
      <p:pic>
        <p:nvPicPr>
          <p:cNvPr id="15" name="Imagen 14">
            <a:extLst>
              <a:ext uri="{FF2B5EF4-FFF2-40B4-BE49-F238E27FC236}">
                <a16:creationId xmlns:a16="http://schemas.microsoft.com/office/drawing/2014/main" id="{DC69F267-3299-48AA-BF42-3B53B3196094}"/>
              </a:ext>
            </a:extLst>
          </p:cNvPr>
          <p:cNvPicPr>
            <a:picLocks noChangeAspect="1"/>
          </p:cNvPicPr>
          <p:nvPr/>
        </p:nvPicPr>
        <p:blipFill>
          <a:blip r:embed="rId2"/>
          <a:stretch>
            <a:fillRect/>
          </a:stretch>
        </p:blipFill>
        <p:spPr>
          <a:xfrm>
            <a:off x="6458034" y="2123126"/>
            <a:ext cx="5584302" cy="761496"/>
          </a:xfrm>
          <a:prstGeom prst="rect">
            <a:avLst/>
          </a:prstGeom>
        </p:spPr>
      </p:pic>
      <p:pic>
        <p:nvPicPr>
          <p:cNvPr id="17" name="Imagen 16">
            <a:extLst>
              <a:ext uri="{FF2B5EF4-FFF2-40B4-BE49-F238E27FC236}">
                <a16:creationId xmlns:a16="http://schemas.microsoft.com/office/drawing/2014/main" id="{1BED6CA7-783D-4F50-AF96-18F29EE47FA9}"/>
              </a:ext>
            </a:extLst>
          </p:cNvPr>
          <p:cNvPicPr>
            <a:picLocks noChangeAspect="1"/>
          </p:cNvPicPr>
          <p:nvPr/>
        </p:nvPicPr>
        <p:blipFill>
          <a:blip r:embed="rId3"/>
          <a:stretch>
            <a:fillRect/>
          </a:stretch>
        </p:blipFill>
        <p:spPr>
          <a:xfrm>
            <a:off x="7317158" y="3307947"/>
            <a:ext cx="3866055" cy="761496"/>
          </a:xfrm>
          <a:prstGeom prst="rect">
            <a:avLst/>
          </a:prstGeom>
        </p:spPr>
      </p:pic>
      <p:sp>
        <p:nvSpPr>
          <p:cNvPr id="2" name="Marcador de número de diapositiva 1">
            <a:extLst>
              <a:ext uri="{FF2B5EF4-FFF2-40B4-BE49-F238E27FC236}">
                <a16:creationId xmlns:a16="http://schemas.microsoft.com/office/drawing/2014/main" id="{6C9C4C04-61EF-49FC-8E06-8D5048921140}"/>
              </a:ext>
            </a:extLst>
          </p:cNvPr>
          <p:cNvSpPr>
            <a:spLocks noGrp="1"/>
          </p:cNvSpPr>
          <p:nvPr>
            <p:ph type="sldNum" sz="quarter" idx="4"/>
          </p:nvPr>
        </p:nvSpPr>
        <p:spPr/>
        <p:txBody>
          <a:bodyPr/>
          <a:lstStyle/>
          <a:p>
            <a:pPr rtl="0"/>
            <a:fld id="{B5CEABB6-07DC-46E8-9B57-56EC44A396E5}" type="slidenum">
              <a:rPr lang="es-ES" smtClean="0"/>
              <a:pPr rtl="0"/>
              <a:t>76</a:t>
            </a:fld>
            <a:endParaRPr lang="es-ES" dirty="0"/>
          </a:p>
        </p:txBody>
      </p:sp>
      <p:pic>
        <p:nvPicPr>
          <p:cNvPr id="7" name="Imagen 6">
            <a:extLst>
              <a:ext uri="{FF2B5EF4-FFF2-40B4-BE49-F238E27FC236}">
                <a16:creationId xmlns:a16="http://schemas.microsoft.com/office/drawing/2014/main" id="{A4ACC705-5968-4EAA-ACF3-882839627BB8}"/>
              </a:ext>
            </a:extLst>
          </p:cNvPr>
          <p:cNvPicPr>
            <a:picLocks noChangeAspect="1"/>
          </p:cNvPicPr>
          <p:nvPr/>
        </p:nvPicPr>
        <p:blipFill>
          <a:blip r:embed="rId4"/>
          <a:stretch>
            <a:fillRect/>
          </a:stretch>
        </p:blipFill>
        <p:spPr>
          <a:xfrm>
            <a:off x="-7543" y="-25563"/>
            <a:ext cx="888053" cy="900000"/>
          </a:xfrm>
          <a:prstGeom prst="rect">
            <a:avLst/>
          </a:prstGeom>
        </p:spPr>
      </p:pic>
    </p:spTree>
    <p:extLst>
      <p:ext uri="{BB962C8B-B14F-4D97-AF65-F5344CB8AC3E}">
        <p14:creationId xmlns:p14="http://schemas.microsoft.com/office/powerpoint/2010/main" val="31364765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Marcador de contenido 5">
            <a:extLst>
              <a:ext uri="{FF2B5EF4-FFF2-40B4-BE49-F238E27FC236}">
                <a16:creationId xmlns:a16="http://schemas.microsoft.com/office/drawing/2014/main" id="{34E24264-76B7-4CEE-89C8-7ED41180125D}"/>
              </a:ext>
            </a:extLst>
          </p:cNvPr>
          <p:cNvSpPr>
            <a:spLocks noGrp="1"/>
          </p:cNvSpPr>
          <p:nvPr>
            <p:ph sz="quarter" idx="10"/>
          </p:nvPr>
        </p:nvSpPr>
        <p:spPr>
          <a:xfrm>
            <a:off x="711051" y="2076792"/>
            <a:ext cx="5755341" cy="6196404"/>
          </a:xfrm>
        </p:spPr>
        <p:txBody>
          <a:bodyPr>
            <a:normAutofit/>
          </a:bodyPr>
          <a:lstStyle/>
          <a:p>
            <a:r>
              <a:rPr lang="es-ES" sz="2800" b="1" dirty="0"/>
              <a:t>Cerrar socket:</a:t>
            </a:r>
            <a:r>
              <a:rPr lang="es-ES" sz="2800" dirty="0"/>
              <a:t> </a:t>
            </a:r>
            <a:r>
              <a:rPr lang="es-ES" sz="2400" dirty="0"/>
              <a:t>Termina la conexión del socket que está abierta y corta la comunicación. </a:t>
            </a:r>
          </a:p>
          <a:p>
            <a:r>
              <a:rPr lang="es-ES" sz="2800" b="1" dirty="0"/>
              <a:t>Recuperar variables:</a:t>
            </a:r>
            <a:r>
              <a:rPr lang="es-ES" sz="2800" dirty="0"/>
              <a:t> </a:t>
            </a:r>
            <a:r>
              <a:rPr lang="es-ES" sz="2400" dirty="0"/>
              <a:t>Obtiene datos o variables a través de la comunicación TCP y las guarda para usarlas</a:t>
            </a:r>
            <a:r>
              <a:rPr lang="es-ES" sz="2800" dirty="0"/>
              <a:t>.</a:t>
            </a:r>
          </a:p>
        </p:txBody>
      </p:sp>
      <p:pic>
        <p:nvPicPr>
          <p:cNvPr id="5" name="Marcador de contenido 4">
            <a:extLst>
              <a:ext uri="{FF2B5EF4-FFF2-40B4-BE49-F238E27FC236}">
                <a16:creationId xmlns:a16="http://schemas.microsoft.com/office/drawing/2014/main" id="{544A69C6-3CEE-43DC-AF75-A571E750C800}"/>
              </a:ext>
            </a:extLst>
          </p:cNvPr>
          <p:cNvPicPr>
            <a:picLocks noGrp="1" noChangeAspect="1"/>
          </p:cNvPicPr>
          <p:nvPr>
            <p:ph sz="quarter" idx="11"/>
          </p:nvPr>
        </p:nvPicPr>
        <p:blipFill>
          <a:blip r:embed="rId2"/>
          <a:stretch>
            <a:fillRect/>
          </a:stretch>
        </p:blipFill>
        <p:spPr>
          <a:xfrm>
            <a:off x="8113372" y="2308042"/>
            <a:ext cx="1843194" cy="579289"/>
          </a:xfrm>
        </p:spPr>
      </p:pic>
      <p:pic>
        <p:nvPicPr>
          <p:cNvPr id="9" name="Imagen 8">
            <a:extLst>
              <a:ext uri="{FF2B5EF4-FFF2-40B4-BE49-F238E27FC236}">
                <a16:creationId xmlns:a16="http://schemas.microsoft.com/office/drawing/2014/main" id="{44D213AD-3811-4806-98EF-3FB99DEE6CEE}"/>
              </a:ext>
            </a:extLst>
          </p:cNvPr>
          <p:cNvPicPr>
            <a:picLocks noChangeAspect="1"/>
          </p:cNvPicPr>
          <p:nvPr/>
        </p:nvPicPr>
        <p:blipFill>
          <a:blip r:embed="rId3"/>
          <a:stretch>
            <a:fillRect/>
          </a:stretch>
        </p:blipFill>
        <p:spPr>
          <a:xfrm>
            <a:off x="6514518" y="3656921"/>
            <a:ext cx="5534526" cy="627497"/>
          </a:xfrm>
          <a:prstGeom prst="rect">
            <a:avLst/>
          </a:prstGeom>
        </p:spPr>
      </p:pic>
      <p:sp>
        <p:nvSpPr>
          <p:cNvPr id="2" name="Marcador de número de diapositiva 1">
            <a:extLst>
              <a:ext uri="{FF2B5EF4-FFF2-40B4-BE49-F238E27FC236}">
                <a16:creationId xmlns:a16="http://schemas.microsoft.com/office/drawing/2014/main" id="{0A3CE549-4C2C-41B8-B5BD-E711A0C18151}"/>
              </a:ext>
            </a:extLst>
          </p:cNvPr>
          <p:cNvSpPr>
            <a:spLocks noGrp="1"/>
          </p:cNvSpPr>
          <p:nvPr>
            <p:ph type="sldNum" sz="quarter" idx="4"/>
          </p:nvPr>
        </p:nvSpPr>
        <p:spPr/>
        <p:txBody>
          <a:bodyPr/>
          <a:lstStyle/>
          <a:p>
            <a:pPr rtl="0"/>
            <a:fld id="{B5CEABB6-07DC-46E8-9B57-56EC44A396E5}" type="slidenum">
              <a:rPr lang="es-ES" smtClean="0"/>
              <a:pPr rtl="0"/>
              <a:t>77</a:t>
            </a:fld>
            <a:endParaRPr lang="es-ES" dirty="0"/>
          </a:p>
        </p:txBody>
      </p:sp>
      <p:sp>
        <p:nvSpPr>
          <p:cNvPr id="8" name="Título 4">
            <a:extLst>
              <a:ext uri="{FF2B5EF4-FFF2-40B4-BE49-F238E27FC236}">
                <a16:creationId xmlns:a16="http://schemas.microsoft.com/office/drawing/2014/main" id="{19AEA148-ED4E-4D45-BA59-9F1E9C3EC0A6}"/>
              </a:ext>
            </a:extLst>
          </p:cNvPr>
          <p:cNvSpPr>
            <a:spLocks noGrp="1"/>
          </p:cNvSpPr>
          <p:nvPr>
            <p:ph type="title"/>
          </p:nvPr>
        </p:nvSpPr>
        <p:spPr>
          <a:xfrm>
            <a:off x="891990" y="434225"/>
            <a:ext cx="9524998" cy="1499627"/>
          </a:xfrm>
        </p:spPr>
        <p:txBody>
          <a:bodyPr/>
          <a:lstStyle/>
          <a:p>
            <a:r>
              <a:rPr lang="es-ES" dirty="0"/>
              <a:t>Bloques de Comandos TCP</a:t>
            </a:r>
            <a:endParaRPr lang="es-MX" dirty="0"/>
          </a:p>
        </p:txBody>
      </p:sp>
      <p:pic>
        <p:nvPicPr>
          <p:cNvPr id="7" name="Imagen 6">
            <a:extLst>
              <a:ext uri="{FF2B5EF4-FFF2-40B4-BE49-F238E27FC236}">
                <a16:creationId xmlns:a16="http://schemas.microsoft.com/office/drawing/2014/main" id="{11DE7BF1-D49B-4EF3-9DE6-A810D0B0C87B}"/>
              </a:ext>
            </a:extLst>
          </p:cNvPr>
          <p:cNvPicPr>
            <a:picLocks noChangeAspect="1"/>
          </p:cNvPicPr>
          <p:nvPr/>
        </p:nvPicPr>
        <p:blipFill>
          <a:blip r:embed="rId4"/>
          <a:stretch>
            <a:fillRect/>
          </a:stretch>
        </p:blipFill>
        <p:spPr>
          <a:xfrm>
            <a:off x="-7543" y="-25563"/>
            <a:ext cx="888053" cy="900000"/>
          </a:xfrm>
          <a:prstGeom prst="rect">
            <a:avLst/>
          </a:prstGeom>
        </p:spPr>
      </p:pic>
    </p:spTree>
    <p:extLst>
      <p:ext uri="{BB962C8B-B14F-4D97-AF65-F5344CB8AC3E}">
        <p14:creationId xmlns:p14="http://schemas.microsoft.com/office/powerpoint/2010/main" val="118085944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Marcador de contenido 5">
            <a:extLst>
              <a:ext uri="{FF2B5EF4-FFF2-40B4-BE49-F238E27FC236}">
                <a16:creationId xmlns:a16="http://schemas.microsoft.com/office/drawing/2014/main" id="{34E24264-76B7-4CEE-89C8-7ED41180125D}"/>
              </a:ext>
            </a:extLst>
          </p:cNvPr>
          <p:cNvSpPr>
            <a:spLocks noGrp="1"/>
          </p:cNvSpPr>
          <p:nvPr>
            <p:ph sz="quarter" idx="10"/>
          </p:nvPr>
        </p:nvSpPr>
        <p:spPr>
          <a:xfrm>
            <a:off x="914400" y="2397095"/>
            <a:ext cx="5755341" cy="6196404"/>
          </a:xfrm>
        </p:spPr>
        <p:txBody>
          <a:bodyPr>
            <a:normAutofit/>
          </a:bodyPr>
          <a:lstStyle/>
          <a:p>
            <a:r>
              <a:rPr lang="es-ES" sz="2800" b="1" dirty="0"/>
              <a:t>Enviar variables:</a:t>
            </a:r>
            <a:r>
              <a:rPr lang="es-ES" sz="2800" dirty="0"/>
              <a:t> </a:t>
            </a:r>
            <a:r>
              <a:rPr lang="es-ES" sz="2400" dirty="0"/>
              <a:t>Envía datos o variables a través de la comunicación TCP hacia otro dispositivo.</a:t>
            </a:r>
          </a:p>
          <a:p>
            <a:r>
              <a:rPr lang="es-ES" sz="2800" b="1" dirty="0"/>
              <a:t>Obtener resultado del envío de variables:</a:t>
            </a:r>
            <a:r>
              <a:rPr lang="es-ES" sz="2800" dirty="0"/>
              <a:t> </a:t>
            </a:r>
            <a:r>
              <a:rPr lang="es-ES" sz="2400" dirty="0"/>
              <a:t>Verifica si el envío de las variables fue exitoso o si hubo algún error.</a:t>
            </a:r>
            <a:endParaRPr lang="es-ES" sz="3600" b="1" i="0" dirty="0">
              <a:solidFill>
                <a:srgbClr val="111111"/>
              </a:solidFill>
              <a:effectLst/>
              <a:latin typeface="Roboto" panose="02000000000000000000" pitchFamily="2" charset="0"/>
            </a:endParaRPr>
          </a:p>
        </p:txBody>
      </p:sp>
      <p:pic>
        <p:nvPicPr>
          <p:cNvPr id="12" name="Imagen 11">
            <a:extLst>
              <a:ext uri="{FF2B5EF4-FFF2-40B4-BE49-F238E27FC236}">
                <a16:creationId xmlns:a16="http://schemas.microsoft.com/office/drawing/2014/main" id="{47F6EBDF-A2C3-48FF-B472-80614A95F7DA}"/>
              </a:ext>
            </a:extLst>
          </p:cNvPr>
          <p:cNvPicPr>
            <a:picLocks noChangeAspect="1"/>
          </p:cNvPicPr>
          <p:nvPr/>
        </p:nvPicPr>
        <p:blipFill>
          <a:blip r:embed="rId2"/>
          <a:stretch>
            <a:fillRect/>
          </a:stretch>
        </p:blipFill>
        <p:spPr>
          <a:xfrm>
            <a:off x="7443892" y="2701895"/>
            <a:ext cx="3328390" cy="602779"/>
          </a:xfrm>
          <a:prstGeom prst="rect">
            <a:avLst/>
          </a:prstGeom>
        </p:spPr>
      </p:pic>
      <p:pic>
        <p:nvPicPr>
          <p:cNvPr id="15" name="Imagen 14">
            <a:extLst>
              <a:ext uri="{FF2B5EF4-FFF2-40B4-BE49-F238E27FC236}">
                <a16:creationId xmlns:a16="http://schemas.microsoft.com/office/drawing/2014/main" id="{CD1D32D3-ED33-4B74-B907-BBAE05F9A812}"/>
              </a:ext>
            </a:extLst>
          </p:cNvPr>
          <p:cNvPicPr>
            <a:picLocks noChangeAspect="1"/>
          </p:cNvPicPr>
          <p:nvPr/>
        </p:nvPicPr>
        <p:blipFill>
          <a:blip r:embed="rId3"/>
          <a:stretch>
            <a:fillRect/>
          </a:stretch>
        </p:blipFill>
        <p:spPr>
          <a:xfrm>
            <a:off x="7558203" y="4022695"/>
            <a:ext cx="3069700" cy="489846"/>
          </a:xfrm>
          <a:prstGeom prst="rect">
            <a:avLst/>
          </a:prstGeom>
        </p:spPr>
      </p:pic>
      <p:sp>
        <p:nvSpPr>
          <p:cNvPr id="2" name="Marcador de número de diapositiva 1">
            <a:extLst>
              <a:ext uri="{FF2B5EF4-FFF2-40B4-BE49-F238E27FC236}">
                <a16:creationId xmlns:a16="http://schemas.microsoft.com/office/drawing/2014/main" id="{0A3CE549-4C2C-41B8-B5BD-E711A0C18151}"/>
              </a:ext>
            </a:extLst>
          </p:cNvPr>
          <p:cNvSpPr>
            <a:spLocks noGrp="1"/>
          </p:cNvSpPr>
          <p:nvPr>
            <p:ph type="sldNum" sz="quarter" idx="4"/>
          </p:nvPr>
        </p:nvSpPr>
        <p:spPr/>
        <p:txBody>
          <a:bodyPr/>
          <a:lstStyle/>
          <a:p>
            <a:pPr rtl="0"/>
            <a:fld id="{B5CEABB6-07DC-46E8-9B57-56EC44A396E5}" type="slidenum">
              <a:rPr lang="es-ES" smtClean="0"/>
              <a:pPr rtl="0"/>
              <a:t>78</a:t>
            </a:fld>
            <a:endParaRPr lang="es-ES" dirty="0"/>
          </a:p>
        </p:txBody>
      </p:sp>
      <p:sp>
        <p:nvSpPr>
          <p:cNvPr id="10" name="Título 4">
            <a:extLst>
              <a:ext uri="{FF2B5EF4-FFF2-40B4-BE49-F238E27FC236}">
                <a16:creationId xmlns:a16="http://schemas.microsoft.com/office/drawing/2014/main" id="{417138F2-5F3F-4551-9416-41C927437774}"/>
              </a:ext>
            </a:extLst>
          </p:cNvPr>
          <p:cNvSpPr>
            <a:spLocks noGrp="1"/>
          </p:cNvSpPr>
          <p:nvPr>
            <p:ph type="title"/>
          </p:nvPr>
        </p:nvSpPr>
        <p:spPr>
          <a:xfrm>
            <a:off x="891990" y="434225"/>
            <a:ext cx="9524998" cy="1499627"/>
          </a:xfrm>
        </p:spPr>
        <p:txBody>
          <a:bodyPr/>
          <a:lstStyle/>
          <a:p>
            <a:r>
              <a:rPr lang="es-ES" dirty="0"/>
              <a:t>Bloques de Comandos TCP</a:t>
            </a:r>
            <a:endParaRPr lang="es-MX" dirty="0"/>
          </a:p>
        </p:txBody>
      </p:sp>
      <p:pic>
        <p:nvPicPr>
          <p:cNvPr id="7" name="Imagen 6">
            <a:extLst>
              <a:ext uri="{FF2B5EF4-FFF2-40B4-BE49-F238E27FC236}">
                <a16:creationId xmlns:a16="http://schemas.microsoft.com/office/drawing/2014/main" id="{10806025-445C-4E4B-991C-6499AC741494}"/>
              </a:ext>
            </a:extLst>
          </p:cNvPr>
          <p:cNvPicPr>
            <a:picLocks noChangeAspect="1"/>
          </p:cNvPicPr>
          <p:nvPr/>
        </p:nvPicPr>
        <p:blipFill>
          <a:blip r:embed="rId4"/>
          <a:stretch>
            <a:fillRect/>
          </a:stretch>
        </p:blipFill>
        <p:spPr>
          <a:xfrm>
            <a:off x="-7543" y="-25563"/>
            <a:ext cx="888053" cy="900000"/>
          </a:xfrm>
          <a:prstGeom prst="rect">
            <a:avLst/>
          </a:prstGeom>
        </p:spPr>
      </p:pic>
    </p:spTree>
    <p:extLst>
      <p:ext uri="{BB962C8B-B14F-4D97-AF65-F5344CB8AC3E}">
        <p14:creationId xmlns:p14="http://schemas.microsoft.com/office/powerpoint/2010/main" val="30906234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5">
            <a:extLst>
              <a:ext uri="{FF2B5EF4-FFF2-40B4-BE49-F238E27FC236}">
                <a16:creationId xmlns:a16="http://schemas.microsoft.com/office/drawing/2014/main" id="{98DA468B-0B9A-44AC-8C3C-E33A38043783}"/>
              </a:ext>
            </a:extLst>
          </p:cNvPr>
          <p:cNvSpPr>
            <a:spLocks noGrp="1"/>
          </p:cNvSpPr>
          <p:nvPr>
            <p:ph type="title"/>
          </p:nvPr>
        </p:nvSpPr>
        <p:spPr/>
        <p:txBody>
          <a:bodyPr/>
          <a:lstStyle/>
          <a:p>
            <a:r>
              <a:rPr lang="es-MX" b="0" i="0" dirty="0">
                <a:effectLst/>
                <a:latin typeface="Roboto" panose="02000000000000000000" pitchFamily="2" charset="0"/>
              </a:rPr>
              <a:t>LUA </a:t>
            </a:r>
            <a:r>
              <a:rPr lang="es-MX" dirty="0"/>
              <a:t>basic grammar</a:t>
            </a:r>
            <a:r>
              <a:rPr lang="es-MX" b="0" i="0" dirty="0">
                <a:effectLst/>
                <a:latin typeface="Roboto" panose="02000000000000000000" pitchFamily="2" charset="0"/>
              </a:rPr>
              <a:t> (Python)</a:t>
            </a:r>
            <a:endParaRPr lang="es-MX" dirty="0"/>
          </a:p>
        </p:txBody>
      </p:sp>
      <p:pic>
        <p:nvPicPr>
          <p:cNvPr id="3" name="Imagen 2">
            <a:extLst>
              <a:ext uri="{FF2B5EF4-FFF2-40B4-BE49-F238E27FC236}">
                <a16:creationId xmlns:a16="http://schemas.microsoft.com/office/drawing/2014/main" id="{98E06333-DE52-46CE-B0E3-995EF9B20865}"/>
              </a:ext>
            </a:extLst>
          </p:cNvPr>
          <p:cNvPicPr>
            <a:picLocks noChangeAspect="1"/>
          </p:cNvPicPr>
          <p:nvPr/>
        </p:nvPicPr>
        <p:blipFill>
          <a:blip r:embed="rId2"/>
          <a:stretch>
            <a:fillRect/>
          </a:stretch>
        </p:blipFill>
        <p:spPr>
          <a:xfrm>
            <a:off x="10412472" y="0"/>
            <a:ext cx="1799848" cy="1824232"/>
          </a:xfrm>
          <a:prstGeom prst="rect">
            <a:avLst/>
          </a:prstGeom>
        </p:spPr>
      </p:pic>
    </p:spTree>
    <p:extLst>
      <p:ext uri="{BB962C8B-B14F-4D97-AF65-F5344CB8AC3E}">
        <p14:creationId xmlns:p14="http://schemas.microsoft.com/office/powerpoint/2010/main" val="421606738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4">
            <a:extLst>
              <a:ext uri="{FF2B5EF4-FFF2-40B4-BE49-F238E27FC236}">
                <a16:creationId xmlns:a16="http://schemas.microsoft.com/office/drawing/2014/main" id="{44502753-8D89-46E8-84C8-0FD500EECD4D}"/>
              </a:ext>
            </a:extLst>
          </p:cNvPr>
          <p:cNvSpPr>
            <a:spLocks noGrp="1"/>
          </p:cNvSpPr>
          <p:nvPr>
            <p:ph type="title"/>
          </p:nvPr>
        </p:nvSpPr>
        <p:spPr/>
        <p:txBody>
          <a:bodyPr/>
          <a:lstStyle/>
          <a:p>
            <a:r>
              <a:rPr lang="es-ES" dirty="0"/>
              <a:t>Movimiento</a:t>
            </a:r>
            <a:endParaRPr lang="es-MX" dirty="0"/>
          </a:p>
        </p:txBody>
      </p:sp>
      <p:sp>
        <p:nvSpPr>
          <p:cNvPr id="6" name="Marcador de contenido 5">
            <a:extLst>
              <a:ext uri="{FF2B5EF4-FFF2-40B4-BE49-F238E27FC236}">
                <a16:creationId xmlns:a16="http://schemas.microsoft.com/office/drawing/2014/main" id="{00653504-9548-4389-9CD8-2E4D3C63105D}"/>
              </a:ext>
            </a:extLst>
          </p:cNvPr>
          <p:cNvSpPr>
            <a:spLocks noGrp="1"/>
          </p:cNvSpPr>
          <p:nvPr>
            <p:ph sz="quarter" idx="10"/>
          </p:nvPr>
        </p:nvSpPr>
        <p:spPr>
          <a:xfrm>
            <a:off x="244928" y="2123126"/>
            <a:ext cx="6257366" cy="3914910"/>
          </a:xfrm>
        </p:spPr>
        <p:txBody>
          <a:bodyPr>
            <a:normAutofit/>
          </a:bodyPr>
          <a:lstStyle/>
          <a:p>
            <a:pPr marL="342900" indent="-342900">
              <a:buFont typeface="Arial" panose="020B0604020202020204" pitchFamily="34" charset="0"/>
              <a:buChar char="•"/>
            </a:pPr>
            <a:r>
              <a:rPr lang="es-ES" sz="2400" b="1" dirty="0"/>
              <a:t>MovJ:</a:t>
            </a:r>
            <a:r>
              <a:rPr lang="es-ES" sz="2400" dirty="0"/>
              <a:t> </a:t>
            </a:r>
            <a:r>
              <a:rPr lang="es-ES" sz="2000" dirty="0"/>
              <a:t>Mueve el robot desde donde está hasta un punto destino usando un movimiento que junta las articulaciones para llegar rápido, pero sin seguir una línea recta exacta.</a:t>
            </a:r>
          </a:p>
          <a:p>
            <a:pPr marL="342900" indent="-342900">
              <a:buFont typeface="Arial" panose="020B0604020202020204" pitchFamily="34" charset="0"/>
              <a:buChar char="•"/>
            </a:pPr>
            <a:r>
              <a:rPr lang="es-ES" sz="2400" b="1" dirty="0"/>
              <a:t>MovL:</a:t>
            </a:r>
            <a:r>
              <a:rPr lang="es-ES" sz="2400" dirty="0"/>
              <a:t> </a:t>
            </a:r>
            <a:r>
              <a:rPr lang="es-ES" sz="2000" dirty="0"/>
              <a:t>Mueve el robot en línea recta desde su posición actual hasta el punto destino, ideal cuando necesitas que el extremo del brazo siga un camino recto.</a:t>
            </a:r>
            <a:endParaRPr lang="es-ES" sz="2400" dirty="0"/>
          </a:p>
        </p:txBody>
      </p:sp>
      <p:sp>
        <p:nvSpPr>
          <p:cNvPr id="2" name="Marcador de número de diapositiva 1">
            <a:extLst>
              <a:ext uri="{FF2B5EF4-FFF2-40B4-BE49-F238E27FC236}">
                <a16:creationId xmlns:a16="http://schemas.microsoft.com/office/drawing/2014/main" id="{D6357DED-E137-43F7-B031-30D60AEA7A32}"/>
              </a:ext>
            </a:extLst>
          </p:cNvPr>
          <p:cNvSpPr>
            <a:spLocks noGrp="1"/>
          </p:cNvSpPr>
          <p:nvPr>
            <p:ph type="sldNum" sz="quarter" idx="4"/>
          </p:nvPr>
        </p:nvSpPr>
        <p:spPr/>
        <p:txBody>
          <a:bodyPr/>
          <a:lstStyle/>
          <a:p>
            <a:pPr rtl="0"/>
            <a:fld id="{B5CEABB6-07DC-46E8-9B57-56EC44A396E5}" type="slidenum">
              <a:rPr lang="es-ES" smtClean="0"/>
              <a:pPr rtl="0"/>
              <a:t>80</a:t>
            </a:fld>
            <a:endParaRPr lang="es-ES" dirty="0"/>
          </a:p>
        </p:txBody>
      </p:sp>
      <p:sp>
        <p:nvSpPr>
          <p:cNvPr id="3" name="CuadroTexto 2">
            <a:extLst>
              <a:ext uri="{FF2B5EF4-FFF2-40B4-BE49-F238E27FC236}">
                <a16:creationId xmlns:a16="http://schemas.microsoft.com/office/drawing/2014/main" id="{6523AEDA-490F-4C63-B06F-8D3BFAB73762}"/>
              </a:ext>
            </a:extLst>
          </p:cNvPr>
          <p:cNvSpPr txBox="1"/>
          <p:nvPr/>
        </p:nvSpPr>
        <p:spPr>
          <a:xfrm>
            <a:off x="6934848" y="2583542"/>
            <a:ext cx="4764766" cy="369332"/>
          </a:xfrm>
          <a:prstGeom prst="rect">
            <a:avLst/>
          </a:prstGeom>
          <a:noFill/>
        </p:spPr>
        <p:txBody>
          <a:bodyPr wrap="none" rtlCol="0">
            <a:spAutoFit/>
          </a:bodyPr>
          <a:lstStyle/>
          <a:p>
            <a:r>
              <a:rPr lang="es-ES" dirty="0" err="1"/>
              <a:t>MovJ</a:t>
            </a:r>
            <a:r>
              <a:rPr lang="es-ES" dirty="0"/>
              <a:t>(P, {CP=</a:t>
            </a:r>
            <a:r>
              <a:rPr lang="es-ES" dirty="0">
                <a:solidFill>
                  <a:srgbClr val="FFC000"/>
                </a:solidFill>
              </a:rPr>
              <a:t>1</a:t>
            </a:r>
            <a:r>
              <a:rPr lang="es-ES" dirty="0"/>
              <a:t>, </a:t>
            </a:r>
            <a:r>
              <a:rPr lang="es-ES" dirty="0" err="1"/>
              <a:t>SpeedJ</a:t>
            </a:r>
            <a:r>
              <a:rPr lang="es-ES" dirty="0"/>
              <a:t>=</a:t>
            </a:r>
            <a:r>
              <a:rPr lang="es-ES" dirty="0">
                <a:solidFill>
                  <a:srgbClr val="FFC000"/>
                </a:solidFill>
              </a:rPr>
              <a:t>50</a:t>
            </a:r>
            <a:r>
              <a:rPr lang="es-ES" dirty="0"/>
              <a:t>, AccJ=</a:t>
            </a:r>
            <a:r>
              <a:rPr lang="es-ES" dirty="0">
                <a:solidFill>
                  <a:srgbClr val="FFC000"/>
                </a:solidFill>
              </a:rPr>
              <a:t>20</a:t>
            </a:r>
            <a:r>
              <a:rPr lang="es-ES" dirty="0"/>
              <a:t>, SYNC=</a:t>
            </a:r>
            <a:r>
              <a:rPr lang="es-ES" dirty="0">
                <a:solidFill>
                  <a:srgbClr val="FFC000"/>
                </a:solidFill>
              </a:rPr>
              <a:t>0</a:t>
            </a:r>
            <a:r>
              <a:rPr lang="es-ES" dirty="0"/>
              <a:t>})</a:t>
            </a:r>
            <a:endParaRPr lang="es-MX" dirty="0"/>
          </a:p>
        </p:txBody>
      </p:sp>
      <p:sp>
        <p:nvSpPr>
          <p:cNvPr id="9" name="CuadroTexto 8">
            <a:extLst>
              <a:ext uri="{FF2B5EF4-FFF2-40B4-BE49-F238E27FC236}">
                <a16:creationId xmlns:a16="http://schemas.microsoft.com/office/drawing/2014/main" id="{218E33D9-1121-484C-AEED-AAFED97F87F4}"/>
              </a:ext>
            </a:extLst>
          </p:cNvPr>
          <p:cNvSpPr txBox="1"/>
          <p:nvPr/>
        </p:nvSpPr>
        <p:spPr>
          <a:xfrm>
            <a:off x="6934848" y="4397829"/>
            <a:ext cx="4764766" cy="646331"/>
          </a:xfrm>
          <a:prstGeom prst="rect">
            <a:avLst/>
          </a:prstGeom>
          <a:noFill/>
        </p:spPr>
        <p:txBody>
          <a:bodyPr wrap="none" rtlCol="0">
            <a:spAutoFit/>
          </a:bodyPr>
          <a:lstStyle/>
          <a:p>
            <a:r>
              <a:rPr lang="es-ES" dirty="0"/>
              <a:t>MovL(P, {CP=</a:t>
            </a:r>
            <a:r>
              <a:rPr lang="es-ES" dirty="0">
                <a:solidFill>
                  <a:srgbClr val="FFC000"/>
                </a:solidFill>
              </a:rPr>
              <a:t>1</a:t>
            </a:r>
            <a:r>
              <a:rPr lang="es-ES" dirty="0"/>
              <a:t>, </a:t>
            </a:r>
            <a:r>
              <a:rPr lang="es-ES" dirty="0" err="1"/>
              <a:t>SpeedJ</a:t>
            </a:r>
            <a:r>
              <a:rPr lang="es-ES" dirty="0"/>
              <a:t>=</a:t>
            </a:r>
            <a:r>
              <a:rPr lang="es-ES" dirty="0">
                <a:solidFill>
                  <a:srgbClr val="FFC000"/>
                </a:solidFill>
              </a:rPr>
              <a:t>50</a:t>
            </a:r>
            <a:r>
              <a:rPr lang="es-ES" dirty="0"/>
              <a:t>, AccJ=</a:t>
            </a:r>
            <a:r>
              <a:rPr lang="es-ES" dirty="0">
                <a:solidFill>
                  <a:srgbClr val="FFC000"/>
                </a:solidFill>
              </a:rPr>
              <a:t>20</a:t>
            </a:r>
            <a:r>
              <a:rPr lang="es-ES" dirty="0"/>
              <a:t>, SYNC=</a:t>
            </a:r>
            <a:r>
              <a:rPr lang="es-ES" dirty="0">
                <a:solidFill>
                  <a:srgbClr val="FFC000"/>
                </a:solidFill>
              </a:rPr>
              <a:t>0</a:t>
            </a:r>
            <a:r>
              <a:rPr lang="es-ES" dirty="0"/>
              <a:t>})</a:t>
            </a:r>
            <a:endParaRPr lang="es-MX" dirty="0"/>
          </a:p>
          <a:p>
            <a:endParaRPr lang="es-MX" dirty="0"/>
          </a:p>
        </p:txBody>
      </p:sp>
      <p:pic>
        <p:nvPicPr>
          <p:cNvPr id="7" name="Imagen 6">
            <a:extLst>
              <a:ext uri="{FF2B5EF4-FFF2-40B4-BE49-F238E27FC236}">
                <a16:creationId xmlns:a16="http://schemas.microsoft.com/office/drawing/2014/main" id="{64B00BD5-99B0-470D-BABA-BE64953A1EF8}"/>
              </a:ext>
            </a:extLst>
          </p:cNvPr>
          <p:cNvPicPr>
            <a:picLocks noChangeAspect="1"/>
          </p:cNvPicPr>
          <p:nvPr/>
        </p:nvPicPr>
        <p:blipFill>
          <a:blip r:embed="rId2"/>
          <a:stretch>
            <a:fillRect/>
          </a:stretch>
        </p:blipFill>
        <p:spPr>
          <a:xfrm>
            <a:off x="-7543" y="-25563"/>
            <a:ext cx="888053" cy="900000"/>
          </a:xfrm>
          <a:prstGeom prst="rect">
            <a:avLst/>
          </a:prstGeom>
        </p:spPr>
      </p:pic>
    </p:spTree>
    <p:extLst>
      <p:ext uri="{BB962C8B-B14F-4D97-AF65-F5344CB8AC3E}">
        <p14:creationId xmlns:p14="http://schemas.microsoft.com/office/powerpoint/2010/main" val="364787440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4">
            <a:extLst>
              <a:ext uri="{FF2B5EF4-FFF2-40B4-BE49-F238E27FC236}">
                <a16:creationId xmlns:a16="http://schemas.microsoft.com/office/drawing/2014/main" id="{44502753-8D89-46E8-84C8-0FD500EECD4D}"/>
              </a:ext>
            </a:extLst>
          </p:cNvPr>
          <p:cNvSpPr>
            <a:spLocks noGrp="1"/>
          </p:cNvSpPr>
          <p:nvPr>
            <p:ph type="title"/>
          </p:nvPr>
        </p:nvSpPr>
        <p:spPr/>
        <p:txBody>
          <a:bodyPr/>
          <a:lstStyle/>
          <a:p>
            <a:r>
              <a:rPr lang="es-ES" dirty="0"/>
              <a:t>Movimiento</a:t>
            </a:r>
            <a:endParaRPr lang="es-MX" dirty="0"/>
          </a:p>
        </p:txBody>
      </p:sp>
      <p:sp>
        <p:nvSpPr>
          <p:cNvPr id="6" name="Marcador de contenido 5">
            <a:extLst>
              <a:ext uri="{FF2B5EF4-FFF2-40B4-BE49-F238E27FC236}">
                <a16:creationId xmlns:a16="http://schemas.microsoft.com/office/drawing/2014/main" id="{00653504-9548-4389-9CD8-2E4D3C63105D}"/>
              </a:ext>
            </a:extLst>
          </p:cNvPr>
          <p:cNvSpPr>
            <a:spLocks noGrp="1"/>
          </p:cNvSpPr>
          <p:nvPr>
            <p:ph sz="quarter" idx="10"/>
          </p:nvPr>
        </p:nvSpPr>
        <p:spPr>
          <a:xfrm>
            <a:off x="244928" y="2123126"/>
            <a:ext cx="6257366" cy="3914910"/>
          </a:xfrm>
        </p:spPr>
        <p:txBody>
          <a:bodyPr>
            <a:normAutofit/>
          </a:bodyPr>
          <a:lstStyle/>
          <a:p>
            <a:pPr marL="342900" indent="-342900">
              <a:buFont typeface="Arial" panose="020B0604020202020204" pitchFamily="34" charset="0"/>
              <a:buChar char="•"/>
            </a:pPr>
            <a:r>
              <a:rPr lang="es-ES" sz="2400" b="1" dirty="0" err="1"/>
              <a:t>Jump:</a:t>
            </a:r>
            <a:r>
              <a:rPr lang="es-ES" sz="2000" dirty="0" err="1"/>
              <a:t>El</a:t>
            </a:r>
            <a:r>
              <a:rPr lang="es-ES" sz="2000" dirty="0"/>
              <a:t> robot se mueve rápido desde su posición actual hasta un punto objetivo, generalmente levantándose primero para evitar obstáculos. No crea un servidor TCP</a:t>
            </a:r>
          </a:p>
          <a:p>
            <a:r>
              <a:rPr lang="es-ES" sz="2000" dirty="0"/>
              <a:t>.</a:t>
            </a:r>
          </a:p>
          <a:p>
            <a:pPr marL="342900" indent="-342900">
              <a:buFont typeface="Arial" panose="020B0604020202020204" pitchFamily="34" charset="0"/>
              <a:buChar char="•"/>
            </a:pPr>
            <a:r>
              <a:rPr lang="es-ES" sz="2400" b="1" dirty="0"/>
              <a:t>ConjuntoMovJ:</a:t>
            </a:r>
            <a:r>
              <a:rPr lang="es-ES" sz="2400" dirty="0"/>
              <a:t> </a:t>
            </a:r>
            <a:r>
              <a:rPr lang="es-ES" sz="2000" dirty="0"/>
              <a:t>El robot mueve sus articulaciones (como las "rodillas" o "codos") desde su posición actual hasta unos ángulos específicos, usando un movimiento conjunto.</a:t>
            </a:r>
          </a:p>
          <a:p>
            <a:pPr marL="342900" indent="-342900">
              <a:buFont typeface="Arial" panose="020B0604020202020204" pitchFamily="34" charset="0"/>
              <a:buChar char="•"/>
            </a:pPr>
            <a:endParaRPr lang="es-ES" sz="2400" dirty="0"/>
          </a:p>
        </p:txBody>
      </p:sp>
      <p:sp>
        <p:nvSpPr>
          <p:cNvPr id="2" name="Marcador de número de diapositiva 1">
            <a:extLst>
              <a:ext uri="{FF2B5EF4-FFF2-40B4-BE49-F238E27FC236}">
                <a16:creationId xmlns:a16="http://schemas.microsoft.com/office/drawing/2014/main" id="{D6357DED-E137-43F7-B031-30D60AEA7A32}"/>
              </a:ext>
            </a:extLst>
          </p:cNvPr>
          <p:cNvSpPr>
            <a:spLocks noGrp="1"/>
          </p:cNvSpPr>
          <p:nvPr>
            <p:ph type="sldNum" sz="quarter" idx="4"/>
          </p:nvPr>
        </p:nvSpPr>
        <p:spPr/>
        <p:txBody>
          <a:bodyPr/>
          <a:lstStyle/>
          <a:p>
            <a:pPr rtl="0"/>
            <a:fld id="{B5CEABB6-07DC-46E8-9B57-56EC44A396E5}" type="slidenum">
              <a:rPr lang="es-ES" smtClean="0"/>
              <a:pPr rtl="0"/>
              <a:t>81</a:t>
            </a:fld>
            <a:endParaRPr lang="es-ES" dirty="0"/>
          </a:p>
        </p:txBody>
      </p:sp>
      <p:sp>
        <p:nvSpPr>
          <p:cNvPr id="3" name="CuadroTexto 2">
            <a:extLst>
              <a:ext uri="{FF2B5EF4-FFF2-40B4-BE49-F238E27FC236}">
                <a16:creationId xmlns:a16="http://schemas.microsoft.com/office/drawing/2014/main" id="{34E5B22B-3FCB-4AFB-8B7B-D5A5A7CF67BC}"/>
              </a:ext>
            </a:extLst>
          </p:cNvPr>
          <p:cNvSpPr txBox="1"/>
          <p:nvPr/>
        </p:nvSpPr>
        <p:spPr>
          <a:xfrm>
            <a:off x="6657123" y="4342310"/>
            <a:ext cx="5200847" cy="369332"/>
          </a:xfrm>
          <a:prstGeom prst="rect">
            <a:avLst/>
          </a:prstGeom>
          <a:noFill/>
        </p:spPr>
        <p:txBody>
          <a:bodyPr wrap="none" rtlCol="0">
            <a:spAutoFit/>
          </a:bodyPr>
          <a:lstStyle/>
          <a:p>
            <a:r>
              <a:rPr lang="es-ES" dirty="0" err="1"/>
              <a:t>JointMovJ</a:t>
            </a:r>
            <a:r>
              <a:rPr lang="es-ES" dirty="0"/>
              <a:t>(P,{CP=</a:t>
            </a:r>
            <a:r>
              <a:rPr lang="es-ES" dirty="0">
                <a:solidFill>
                  <a:srgbClr val="FFC000"/>
                </a:solidFill>
              </a:rPr>
              <a:t>1</a:t>
            </a:r>
            <a:r>
              <a:rPr lang="es-ES" dirty="0"/>
              <a:t>, </a:t>
            </a:r>
            <a:r>
              <a:rPr lang="es-ES" dirty="0" err="1"/>
              <a:t>SpeedL</a:t>
            </a:r>
            <a:r>
              <a:rPr lang="es-ES" dirty="0"/>
              <a:t>=</a:t>
            </a:r>
            <a:r>
              <a:rPr lang="es-ES" dirty="0">
                <a:solidFill>
                  <a:srgbClr val="FFC000"/>
                </a:solidFill>
              </a:rPr>
              <a:t>50</a:t>
            </a:r>
            <a:r>
              <a:rPr lang="es-ES" dirty="0"/>
              <a:t>, AccJ=</a:t>
            </a:r>
            <a:r>
              <a:rPr lang="es-ES" dirty="0">
                <a:solidFill>
                  <a:srgbClr val="FFC000"/>
                </a:solidFill>
              </a:rPr>
              <a:t>20</a:t>
            </a:r>
            <a:r>
              <a:rPr lang="es-ES" dirty="0"/>
              <a:t>, SYNC=</a:t>
            </a:r>
            <a:r>
              <a:rPr lang="es-ES" dirty="0">
                <a:solidFill>
                  <a:srgbClr val="FFC000"/>
                </a:solidFill>
              </a:rPr>
              <a:t>0</a:t>
            </a:r>
            <a:r>
              <a:rPr lang="es-ES" dirty="0"/>
              <a:t>})</a:t>
            </a:r>
            <a:endParaRPr lang="es-MX" dirty="0"/>
          </a:p>
        </p:txBody>
      </p:sp>
      <p:sp>
        <p:nvSpPr>
          <p:cNvPr id="4" name="CuadroTexto 3">
            <a:extLst>
              <a:ext uri="{FF2B5EF4-FFF2-40B4-BE49-F238E27FC236}">
                <a16:creationId xmlns:a16="http://schemas.microsoft.com/office/drawing/2014/main" id="{D614638E-6BF3-4B79-9F6F-66075B5BE87F}"/>
              </a:ext>
            </a:extLst>
          </p:cNvPr>
          <p:cNvSpPr txBox="1"/>
          <p:nvPr/>
        </p:nvSpPr>
        <p:spPr>
          <a:xfrm>
            <a:off x="6404521" y="2614861"/>
            <a:ext cx="5706049" cy="523220"/>
          </a:xfrm>
          <a:prstGeom prst="rect">
            <a:avLst/>
          </a:prstGeom>
          <a:noFill/>
        </p:spPr>
        <p:txBody>
          <a:bodyPr wrap="none" rtlCol="0">
            <a:spAutoFit/>
          </a:bodyPr>
          <a:lstStyle/>
          <a:p>
            <a:r>
              <a:rPr lang="es-ES" sz="1400" dirty="0"/>
              <a:t>Jump(P, {</a:t>
            </a:r>
            <a:r>
              <a:rPr lang="es-ES" sz="1400" dirty="0" err="1"/>
              <a:t>SpeedL</a:t>
            </a:r>
            <a:r>
              <a:rPr lang="es-ES" sz="1400" dirty="0"/>
              <a:t>=</a:t>
            </a:r>
            <a:r>
              <a:rPr lang="es-ES" sz="1400" dirty="0">
                <a:solidFill>
                  <a:srgbClr val="FFC000"/>
                </a:solidFill>
              </a:rPr>
              <a:t>50</a:t>
            </a:r>
            <a:r>
              <a:rPr lang="es-ES" sz="1400" dirty="0"/>
              <a:t>, AccL=</a:t>
            </a:r>
            <a:r>
              <a:rPr lang="es-ES" sz="1400" dirty="0">
                <a:solidFill>
                  <a:srgbClr val="FFC000"/>
                </a:solidFill>
              </a:rPr>
              <a:t>20</a:t>
            </a:r>
            <a:r>
              <a:rPr lang="es-ES" sz="1400" dirty="0"/>
              <a:t>, </a:t>
            </a:r>
            <a:r>
              <a:rPr lang="es-ES" sz="1400" dirty="0" err="1"/>
              <a:t>Start</a:t>
            </a:r>
            <a:r>
              <a:rPr lang="es-ES" sz="1400" dirty="0"/>
              <a:t>=</a:t>
            </a:r>
            <a:r>
              <a:rPr lang="es-ES" sz="1400" dirty="0">
                <a:solidFill>
                  <a:srgbClr val="FFC000"/>
                </a:solidFill>
              </a:rPr>
              <a:t>10</a:t>
            </a:r>
            <a:r>
              <a:rPr lang="es-ES" sz="1400" dirty="0"/>
              <a:t>, </a:t>
            </a:r>
            <a:r>
              <a:rPr lang="es-ES" sz="1400" dirty="0" err="1"/>
              <a:t>ZLimit</a:t>
            </a:r>
            <a:r>
              <a:rPr lang="es-ES" sz="1400" dirty="0"/>
              <a:t>=</a:t>
            </a:r>
            <a:r>
              <a:rPr lang="es-ES" sz="1400" dirty="0">
                <a:solidFill>
                  <a:srgbClr val="FFC000"/>
                </a:solidFill>
              </a:rPr>
              <a:t>100</a:t>
            </a:r>
            <a:r>
              <a:rPr lang="es-ES" sz="1400" dirty="0"/>
              <a:t>, </a:t>
            </a:r>
            <a:r>
              <a:rPr lang="es-ES" sz="1400" dirty="0" err="1"/>
              <a:t>End</a:t>
            </a:r>
            <a:r>
              <a:rPr lang="es-ES" sz="1400" dirty="0"/>
              <a:t>=</a:t>
            </a:r>
            <a:r>
              <a:rPr lang="es-ES" sz="1400" dirty="0">
                <a:solidFill>
                  <a:srgbClr val="FFC000"/>
                </a:solidFill>
              </a:rPr>
              <a:t>20</a:t>
            </a:r>
            <a:r>
              <a:rPr lang="es-ES" sz="1400" dirty="0"/>
              <a:t>, SYNC=</a:t>
            </a:r>
            <a:r>
              <a:rPr lang="es-ES" sz="1400" dirty="0">
                <a:solidFill>
                  <a:srgbClr val="FFC000"/>
                </a:solidFill>
              </a:rPr>
              <a:t>0</a:t>
            </a:r>
            <a:r>
              <a:rPr lang="es-ES" sz="1400" dirty="0"/>
              <a:t>})</a:t>
            </a:r>
          </a:p>
          <a:p>
            <a:r>
              <a:rPr lang="es-ES" sz="1400" dirty="0"/>
              <a:t>Jump(P, {</a:t>
            </a:r>
            <a:r>
              <a:rPr lang="es-ES" sz="1400" dirty="0" err="1"/>
              <a:t>SpeedL</a:t>
            </a:r>
            <a:r>
              <a:rPr lang="es-ES" sz="1400" dirty="0"/>
              <a:t>=</a:t>
            </a:r>
            <a:r>
              <a:rPr lang="es-ES" sz="1400" dirty="0">
                <a:solidFill>
                  <a:srgbClr val="FFC000"/>
                </a:solidFill>
              </a:rPr>
              <a:t>50</a:t>
            </a:r>
            <a:r>
              <a:rPr lang="es-ES" sz="1400" dirty="0"/>
              <a:t>, AccL=</a:t>
            </a:r>
            <a:r>
              <a:rPr lang="es-ES" sz="1400" dirty="0">
                <a:solidFill>
                  <a:srgbClr val="FFC000"/>
                </a:solidFill>
              </a:rPr>
              <a:t>20</a:t>
            </a:r>
            <a:r>
              <a:rPr lang="es-ES" sz="1400" dirty="0"/>
              <a:t>, </a:t>
            </a:r>
            <a:r>
              <a:rPr lang="es-ES" sz="1400" dirty="0" err="1"/>
              <a:t>Arch</a:t>
            </a:r>
            <a:r>
              <a:rPr lang="es-ES" sz="1400" dirty="0"/>
              <a:t>=</a:t>
            </a:r>
            <a:r>
              <a:rPr lang="es-ES" sz="1400" dirty="0">
                <a:solidFill>
                  <a:srgbClr val="FFC000"/>
                </a:solidFill>
              </a:rPr>
              <a:t>1</a:t>
            </a:r>
            <a:r>
              <a:rPr lang="es-ES" sz="1400" dirty="0"/>
              <a:t>, SYNC=</a:t>
            </a:r>
            <a:r>
              <a:rPr lang="es-ES" sz="1400" dirty="0">
                <a:solidFill>
                  <a:srgbClr val="FFC000"/>
                </a:solidFill>
              </a:rPr>
              <a:t>0</a:t>
            </a:r>
            <a:r>
              <a:rPr lang="es-ES" sz="1400" dirty="0"/>
              <a:t>})</a:t>
            </a:r>
            <a:endParaRPr lang="es-MX" sz="1400" dirty="0"/>
          </a:p>
        </p:txBody>
      </p:sp>
      <p:pic>
        <p:nvPicPr>
          <p:cNvPr id="7" name="Imagen 6">
            <a:extLst>
              <a:ext uri="{FF2B5EF4-FFF2-40B4-BE49-F238E27FC236}">
                <a16:creationId xmlns:a16="http://schemas.microsoft.com/office/drawing/2014/main" id="{20B9BCD7-E5C9-4976-9ABA-0BB6C6CBE38B}"/>
              </a:ext>
            </a:extLst>
          </p:cNvPr>
          <p:cNvPicPr>
            <a:picLocks noChangeAspect="1"/>
          </p:cNvPicPr>
          <p:nvPr/>
        </p:nvPicPr>
        <p:blipFill>
          <a:blip r:embed="rId2"/>
          <a:stretch>
            <a:fillRect/>
          </a:stretch>
        </p:blipFill>
        <p:spPr>
          <a:xfrm>
            <a:off x="-7543" y="-25563"/>
            <a:ext cx="888053" cy="900000"/>
          </a:xfrm>
          <a:prstGeom prst="rect">
            <a:avLst/>
          </a:prstGeom>
        </p:spPr>
      </p:pic>
    </p:spTree>
    <p:extLst>
      <p:ext uri="{BB962C8B-B14F-4D97-AF65-F5344CB8AC3E}">
        <p14:creationId xmlns:p14="http://schemas.microsoft.com/office/powerpoint/2010/main" val="82751777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Marcador de contenido 5">
            <a:extLst>
              <a:ext uri="{FF2B5EF4-FFF2-40B4-BE49-F238E27FC236}">
                <a16:creationId xmlns:a16="http://schemas.microsoft.com/office/drawing/2014/main" id="{34E24264-76B7-4CEE-89C8-7ED41180125D}"/>
              </a:ext>
            </a:extLst>
          </p:cNvPr>
          <p:cNvSpPr>
            <a:spLocks noGrp="1"/>
          </p:cNvSpPr>
          <p:nvPr>
            <p:ph sz="quarter" idx="10"/>
          </p:nvPr>
        </p:nvSpPr>
        <p:spPr>
          <a:xfrm>
            <a:off x="673768" y="2296371"/>
            <a:ext cx="5755341" cy="6196404"/>
          </a:xfrm>
        </p:spPr>
        <p:txBody>
          <a:bodyPr>
            <a:normAutofit/>
          </a:bodyPr>
          <a:lstStyle/>
          <a:p>
            <a:r>
              <a:rPr lang="es-ES" sz="2400" b="1" dirty="0"/>
              <a:t>Círculo:</a:t>
            </a:r>
            <a:r>
              <a:rPr lang="es-ES" sz="2400" dirty="0"/>
              <a:t> </a:t>
            </a:r>
            <a:r>
              <a:rPr lang="es-ES" sz="2000" dirty="0"/>
              <a:t>El robot se mueve desde donde está en una trayectoria circular y regresa al punto inicial después de dar el número de vueltas que le indiques.</a:t>
            </a:r>
          </a:p>
          <a:p>
            <a:endParaRPr lang="es-ES" dirty="0"/>
          </a:p>
          <a:p>
            <a:endParaRPr lang="es-ES" sz="2000" dirty="0"/>
          </a:p>
          <a:p>
            <a:r>
              <a:rPr lang="es-ES" sz="2400" b="1" dirty="0"/>
              <a:t>Arco:</a:t>
            </a:r>
            <a:r>
              <a:rPr lang="es-ES" sz="2400" dirty="0"/>
              <a:t> </a:t>
            </a:r>
            <a:r>
              <a:rPr lang="es-ES" sz="2000" dirty="0"/>
              <a:t>El robot se mueve desde su posición actual hasta un punto destino siguiendo una curva en forma de arco dentro del sistema de coordenadas cartesianas.</a:t>
            </a:r>
          </a:p>
          <a:p>
            <a:pPr marL="0" indent="0">
              <a:buNone/>
            </a:pPr>
            <a:br>
              <a:rPr lang="es-ES" sz="2000" dirty="0"/>
            </a:br>
            <a:endParaRPr lang="es-ES" sz="2800" b="1" i="0" dirty="0">
              <a:solidFill>
                <a:srgbClr val="111111"/>
              </a:solidFill>
              <a:effectLst/>
              <a:latin typeface="Roboto" panose="02000000000000000000" pitchFamily="2" charset="0"/>
            </a:endParaRPr>
          </a:p>
        </p:txBody>
      </p:sp>
      <p:sp>
        <p:nvSpPr>
          <p:cNvPr id="2" name="Marcador de número de diapositiva 1">
            <a:extLst>
              <a:ext uri="{FF2B5EF4-FFF2-40B4-BE49-F238E27FC236}">
                <a16:creationId xmlns:a16="http://schemas.microsoft.com/office/drawing/2014/main" id="{25459F55-73A7-4D08-8443-51948DEA9A8F}"/>
              </a:ext>
            </a:extLst>
          </p:cNvPr>
          <p:cNvSpPr>
            <a:spLocks noGrp="1"/>
          </p:cNvSpPr>
          <p:nvPr>
            <p:ph type="sldNum" sz="quarter" idx="4"/>
          </p:nvPr>
        </p:nvSpPr>
        <p:spPr/>
        <p:txBody>
          <a:bodyPr/>
          <a:lstStyle/>
          <a:p>
            <a:pPr rtl="0"/>
            <a:fld id="{B5CEABB6-07DC-46E8-9B57-56EC44A396E5}" type="slidenum">
              <a:rPr lang="es-ES" smtClean="0"/>
              <a:pPr rtl="0"/>
              <a:t>82</a:t>
            </a:fld>
            <a:endParaRPr lang="es-ES" dirty="0"/>
          </a:p>
        </p:txBody>
      </p:sp>
      <p:sp>
        <p:nvSpPr>
          <p:cNvPr id="8" name="Título 4">
            <a:extLst>
              <a:ext uri="{FF2B5EF4-FFF2-40B4-BE49-F238E27FC236}">
                <a16:creationId xmlns:a16="http://schemas.microsoft.com/office/drawing/2014/main" id="{8274F2B2-2224-4FC4-B94C-1BE9303C75EB}"/>
              </a:ext>
            </a:extLst>
          </p:cNvPr>
          <p:cNvSpPr>
            <a:spLocks noGrp="1"/>
          </p:cNvSpPr>
          <p:nvPr>
            <p:ph type="title"/>
          </p:nvPr>
        </p:nvSpPr>
        <p:spPr>
          <a:xfrm>
            <a:off x="891990" y="434225"/>
            <a:ext cx="9524998" cy="1499627"/>
          </a:xfrm>
        </p:spPr>
        <p:txBody>
          <a:bodyPr/>
          <a:lstStyle/>
          <a:p>
            <a:r>
              <a:rPr lang="es-ES" dirty="0"/>
              <a:t>Movimiento</a:t>
            </a:r>
            <a:endParaRPr lang="es-MX" dirty="0"/>
          </a:p>
        </p:txBody>
      </p:sp>
      <p:sp>
        <p:nvSpPr>
          <p:cNvPr id="3" name="CuadroTexto 2">
            <a:extLst>
              <a:ext uri="{FF2B5EF4-FFF2-40B4-BE49-F238E27FC236}">
                <a16:creationId xmlns:a16="http://schemas.microsoft.com/office/drawing/2014/main" id="{752DD676-819D-4901-B3A7-E06298030AF5}"/>
              </a:ext>
            </a:extLst>
          </p:cNvPr>
          <p:cNvSpPr txBox="1"/>
          <p:nvPr/>
        </p:nvSpPr>
        <p:spPr>
          <a:xfrm>
            <a:off x="6677272" y="4920343"/>
            <a:ext cx="5213863" cy="369332"/>
          </a:xfrm>
          <a:prstGeom prst="rect">
            <a:avLst/>
          </a:prstGeom>
          <a:noFill/>
        </p:spPr>
        <p:txBody>
          <a:bodyPr wrap="none" rtlCol="0">
            <a:spAutoFit/>
          </a:bodyPr>
          <a:lstStyle/>
          <a:p>
            <a:r>
              <a:rPr lang="es-ES" dirty="0"/>
              <a:t>Arc3(P1,P2, {CP=</a:t>
            </a:r>
            <a:r>
              <a:rPr lang="es-ES" dirty="0">
                <a:solidFill>
                  <a:srgbClr val="FFC000"/>
                </a:solidFill>
              </a:rPr>
              <a:t>1</a:t>
            </a:r>
            <a:r>
              <a:rPr lang="es-ES" dirty="0"/>
              <a:t>, </a:t>
            </a:r>
            <a:r>
              <a:rPr lang="es-ES" dirty="0" err="1"/>
              <a:t>SpeedL</a:t>
            </a:r>
            <a:r>
              <a:rPr lang="es-ES" dirty="0"/>
              <a:t>=</a:t>
            </a:r>
            <a:r>
              <a:rPr lang="es-ES" dirty="0">
                <a:solidFill>
                  <a:srgbClr val="FFC000"/>
                </a:solidFill>
              </a:rPr>
              <a:t>50</a:t>
            </a:r>
            <a:r>
              <a:rPr lang="es-ES" dirty="0"/>
              <a:t>, AccL=</a:t>
            </a:r>
            <a:r>
              <a:rPr lang="es-ES" dirty="0">
                <a:solidFill>
                  <a:srgbClr val="FFC000"/>
                </a:solidFill>
              </a:rPr>
              <a:t>20</a:t>
            </a:r>
            <a:r>
              <a:rPr lang="es-ES" dirty="0"/>
              <a:t>, SYNC=</a:t>
            </a:r>
            <a:r>
              <a:rPr lang="es-ES" dirty="0">
                <a:solidFill>
                  <a:srgbClr val="FFC000"/>
                </a:solidFill>
              </a:rPr>
              <a:t>0</a:t>
            </a:r>
            <a:r>
              <a:rPr lang="es-ES" dirty="0"/>
              <a:t>})</a:t>
            </a:r>
            <a:endParaRPr lang="es-MX" dirty="0"/>
          </a:p>
        </p:txBody>
      </p:sp>
      <p:sp>
        <p:nvSpPr>
          <p:cNvPr id="4" name="CuadroTexto 3">
            <a:extLst>
              <a:ext uri="{FF2B5EF4-FFF2-40B4-BE49-F238E27FC236}">
                <a16:creationId xmlns:a16="http://schemas.microsoft.com/office/drawing/2014/main" id="{9F7219C1-DA6D-4F4C-9067-53E982E9E41A}"/>
              </a:ext>
            </a:extLst>
          </p:cNvPr>
          <p:cNvSpPr txBox="1"/>
          <p:nvPr/>
        </p:nvSpPr>
        <p:spPr>
          <a:xfrm>
            <a:off x="6429109" y="2757714"/>
            <a:ext cx="5900718" cy="369332"/>
          </a:xfrm>
          <a:prstGeom prst="rect">
            <a:avLst/>
          </a:prstGeom>
          <a:noFill/>
        </p:spPr>
        <p:txBody>
          <a:bodyPr wrap="none" rtlCol="0">
            <a:spAutoFit/>
          </a:bodyPr>
          <a:lstStyle/>
          <a:p>
            <a:r>
              <a:rPr lang="es-ES" dirty="0" err="1"/>
              <a:t>Circle</a:t>
            </a:r>
            <a:r>
              <a:rPr lang="es-ES" dirty="0"/>
              <a:t>(P1,P2,Count,{CP=</a:t>
            </a:r>
            <a:r>
              <a:rPr lang="es-ES" dirty="0">
                <a:solidFill>
                  <a:srgbClr val="FFC000"/>
                </a:solidFill>
              </a:rPr>
              <a:t>1</a:t>
            </a:r>
            <a:r>
              <a:rPr lang="es-ES" dirty="0"/>
              <a:t>, </a:t>
            </a:r>
            <a:r>
              <a:rPr lang="es-ES" dirty="0" err="1"/>
              <a:t>SpeedL</a:t>
            </a:r>
            <a:r>
              <a:rPr lang="es-ES" dirty="0"/>
              <a:t>=</a:t>
            </a:r>
            <a:r>
              <a:rPr lang="es-ES" dirty="0">
                <a:solidFill>
                  <a:srgbClr val="FFC000"/>
                </a:solidFill>
              </a:rPr>
              <a:t>50</a:t>
            </a:r>
            <a:r>
              <a:rPr lang="es-ES" dirty="0"/>
              <a:t>, AccL=</a:t>
            </a:r>
            <a:r>
              <a:rPr lang="es-ES" dirty="0">
                <a:solidFill>
                  <a:srgbClr val="FFC000"/>
                </a:solidFill>
              </a:rPr>
              <a:t>20</a:t>
            </a:r>
            <a:r>
              <a:rPr lang="es-ES" dirty="0"/>
              <a:t>, SYNC=</a:t>
            </a:r>
            <a:r>
              <a:rPr lang="es-ES" dirty="0">
                <a:solidFill>
                  <a:srgbClr val="FFC000"/>
                </a:solidFill>
              </a:rPr>
              <a:t>0</a:t>
            </a:r>
            <a:r>
              <a:rPr lang="es-ES" dirty="0"/>
              <a:t>})</a:t>
            </a:r>
            <a:endParaRPr lang="es-MX" dirty="0"/>
          </a:p>
        </p:txBody>
      </p:sp>
      <p:pic>
        <p:nvPicPr>
          <p:cNvPr id="7" name="Imagen 6">
            <a:extLst>
              <a:ext uri="{FF2B5EF4-FFF2-40B4-BE49-F238E27FC236}">
                <a16:creationId xmlns:a16="http://schemas.microsoft.com/office/drawing/2014/main" id="{62B06319-7BDB-42D9-B649-1EE202D91C00}"/>
              </a:ext>
            </a:extLst>
          </p:cNvPr>
          <p:cNvPicPr>
            <a:picLocks noChangeAspect="1"/>
          </p:cNvPicPr>
          <p:nvPr/>
        </p:nvPicPr>
        <p:blipFill>
          <a:blip r:embed="rId2"/>
          <a:stretch>
            <a:fillRect/>
          </a:stretch>
        </p:blipFill>
        <p:spPr>
          <a:xfrm>
            <a:off x="-7543" y="-25563"/>
            <a:ext cx="888053" cy="900000"/>
          </a:xfrm>
          <a:prstGeom prst="rect">
            <a:avLst/>
          </a:prstGeom>
        </p:spPr>
      </p:pic>
    </p:spTree>
    <p:extLst>
      <p:ext uri="{BB962C8B-B14F-4D97-AF65-F5344CB8AC3E}">
        <p14:creationId xmlns:p14="http://schemas.microsoft.com/office/powerpoint/2010/main" val="91939122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Marcador de contenido 5">
            <a:extLst>
              <a:ext uri="{FF2B5EF4-FFF2-40B4-BE49-F238E27FC236}">
                <a16:creationId xmlns:a16="http://schemas.microsoft.com/office/drawing/2014/main" id="{34E24264-76B7-4CEE-89C8-7ED41180125D}"/>
              </a:ext>
            </a:extLst>
          </p:cNvPr>
          <p:cNvSpPr>
            <a:spLocks noGrp="1"/>
          </p:cNvSpPr>
          <p:nvPr>
            <p:ph sz="quarter" idx="10"/>
          </p:nvPr>
        </p:nvSpPr>
        <p:spPr>
          <a:xfrm>
            <a:off x="715570" y="2295417"/>
            <a:ext cx="5755341" cy="6196404"/>
          </a:xfrm>
        </p:spPr>
        <p:txBody>
          <a:bodyPr>
            <a:normAutofit/>
          </a:bodyPr>
          <a:lstStyle/>
          <a:p>
            <a:r>
              <a:rPr lang="es-ES" sz="2000" b="1" dirty="0"/>
              <a:t>MovJIO:</a:t>
            </a:r>
            <a:r>
              <a:rPr lang="es-ES" sz="2000" dirty="0"/>
              <a:t> </a:t>
            </a:r>
            <a:r>
              <a:rPr lang="es-ES" dirty="0"/>
              <a:t>El robot se mueve desde su posición actual hasta un punto destino usando un movimiento articular (que mueve sus "articulaciones" punto por punto). Durante ese movimiento, puede encender o apagar un puerto de salida digital (como activar una luz o un motor).</a:t>
            </a:r>
          </a:p>
          <a:p>
            <a:r>
              <a:rPr lang="es-ES" sz="2000" b="1" dirty="0"/>
              <a:t>MovLIO:</a:t>
            </a:r>
            <a:r>
              <a:rPr lang="es-ES" sz="2000" dirty="0"/>
              <a:t> </a:t>
            </a:r>
            <a:r>
              <a:rPr lang="es-ES" dirty="0"/>
              <a:t>robot se mueve en línea recta desde donde está hasta un punto destino, y mientras se mueve puede cambiar el estado de un puerto de salida digital (por ejemplo, encender o apagar algo).</a:t>
            </a:r>
          </a:p>
          <a:p>
            <a:endParaRPr lang="es-ES" sz="2800" b="1" i="0" dirty="0">
              <a:solidFill>
                <a:srgbClr val="111111"/>
              </a:solidFill>
              <a:effectLst/>
              <a:latin typeface="Roboto" panose="02000000000000000000" pitchFamily="2" charset="0"/>
            </a:endParaRPr>
          </a:p>
        </p:txBody>
      </p:sp>
      <p:sp>
        <p:nvSpPr>
          <p:cNvPr id="2" name="Marcador de número de diapositiva 1">
            <a:extLst>
              <a:ext uri="{FF2B5EF4-FFF2-40B4-BE49-F238E27FC236}">
                <a16:creationId xmlns:a16="http://schemas.microsoft.com/office/drawing/2014/main" id="{25459F55-73A7-4D08-8443-51948DEA9A8F}"/>
              </a:ext>
            </a:extLst>
          </p:cNvPr>
          <p:cNvSpPr>
            <a:spLocks noGrp="1"/>
          </p:cNvSpPr>
          <p:nvPr>
            <p:ph type="sldNum" sz="quarter" idx="4"/>
          </p:nvPr>
        </p:nvSpPr>
        <p:spPr/>
        <p:txBody>
          <a:bodyPr/>
          <a:lstStyle/>
          <a:p>
            <a:pPr rtl="0"/>
            <a:fld id="{B5CEABB6-07DC-46E8-9B57-56EC44A396E5}" type="slidenum">
              <a:rPr lang="es-ES" smtClean="0"/>
              <a:pPr rtl="0"/>
              <a:t>83</a:t>
            </a:fld>
            <a:endParaRPr lang="es-ES" dirty="0"/>
          </a:p>
        </p:txBody>
      </p:sp>
      <p:sp>
        <p:nvSpPr>
          <p:cNvPr id="10" name="Título 4">
            <a:extLst>
              <a:ext uri="{FF2B5EF4-FFF2-40B4-BE49-F238E27FC236}">
                <a16:creationId xmlns:a16="http://schemas.microsoft.com/office/drawing/2014/main" id="{A8014DA6-3714-481F-B842-FB24D7383389}"/>
              </a:ext>
            </a:extLst>
          </p:cNvPr>
          <p:cNvSpPr>
            <a:spLocks noGrp="1"/>
          </p:cNvSpPr>
          <p:nvPr>
            <p:ph type="title"/>
          </p:nvPr>
        </p:nvSpPr>
        <p:spPr>
          <a:xfrm>
            <a:off x="891990" y="434225"/>
            <a:ext cx="9524998" cy="1499627"/>
          </a:xfrm>
        </p:spPr>
        <p:txBody>
          <a:bodyPr/>
          <a:lstStyle/>
          <a:p>
            <a:r>
              <a:rPr lang="es-ES" dirty="0"/>
              <a:t>Movimiento</a:t>
            </a:r>
            <a:endParaRPr lang="es-MX" dirty="0"/>
          </a:p>
        </p:txBody>
      </p:sp>
      <p:sp>
        <p:nvSpPr>
          <p:cNvPr id="3" name="CuadroTexto 2">
            <a:extLst>
              <a:ext uri="{FF2B5EF4-FFF2-40B4-BE49-F238E27FC236}">
                <a16:creationId xmlns:a16="http://schemas.microsoft.com/office/drawing/2014/main" id="{801D74C6-9547-4E51-B4E6-4285DD2C7C6E}"/>
              </a:ext>
            </a:extLst>
          </p:cNvPr>
          <p:cNvSpPr txBox="1"/>
          <p:nvPr/>
        </p:nvSpPr>
        <p:spPr>
          <a:xfrm>
            <a:off x="6153730" y="2736378"/>
            <a:ext cx="6156622" cy="523220"/>
          </a:xfrm>
          <a:prstGeom prst="rect">
            <a:avLst/>
          </a:prstGeom>
          <a:noFill/>
        </p:spPr>
        <p:txBody>
          <a:bodyPr wrap="none" rtlCol="0">
            <a:spAutoFit/>
          </a:bodyPr>
          <a:lstStyle/>
          <a:p>
            <a:r>
              <a:rPr lang="es-ES" sz="1400" dirty="0"/>
              <a:t>MovJIO(P, {</a:t>
            </a:r>
            <a:r>
              <a:rPr lang="es-ES" sz="1400" dirty="0" err="1"/>
              <a:t>Mode</a:t>
            </a:r>
            <a:r>
              <a:rPr lang="es-ES" sz="1400" dirty="0"/>
              <a:t>, </a:t>
            </a:r>
            <a:r>
              <a:rPr lang="es-ES" sz="1400" dirty="0" err="1"/>
              <a:t>Distance</a:t>
            </a:r>
            <a:r>
              <a:rPr lang="es-ES" sz="1400" dirty="0"/>
              <a:t>, </a:t>
            </a:r>
            <a:r>
              <a:rPr lang="es-ES" sz="1400" dirty="0" err="1"/>
              <a:t>Index</a:t>
            </a:r>
            <a:r>
              <a:rPr lang="es-ES" sz="1400" dirty="0"/>
              <a:t>, Status},{</a:t>
            </a:r>
            <a:r>
              <a:rPr lang="es-ES" sz="1400" dirty="0" err="1"/>
              <a:t>Mode</a:t>
            </a:r>
            <a:r>
              <a:rPr lang="es-ES" sz="1400" dirty="0"/>
              <a:t>, </a:t>
            </a:r>
            <a:r>
              <a:rPr lang="es-ES" sz="1400" dirty="0" err="1"/>
              <a:t>Distance</a:t>
            </a:r>
            <a:r>
              <a:rPr lang="es-ES" sz="1400" dirty="0"/>
              <a:t>, </a:t>
            </a:r>
            <a:r>
              <a:rPr lang="es-ES" sz="1400" dirty="0" err="1"/>
              <a:t>Index</a:t>
            </a:r>
            <a:r>
              <a:rPr lang="es-ES" sz="1400" dirty="0"/>
              <a:t>, Status}…},</a:t>
            </a:r>
          </a:p>
          <a:p>
            <a:r>
              <a:rPr lang="es-ES" sz="1400" dirty="0"/>
              <a:t>{CP=</a:t>
            </a:r>
            <a:r>
              <a:rPr lang="es-ES" sz="1400" dirty="0">
                <a:solidFill>
                  <a:srgbClr val="FFC000"/>
                </a:solidFill>
              </a:rPr>
              <a:t>1</a:t>
            </a:r>
            <a:r>
              <a:rPr lang="es-ES" sz="1400" dirty="0"/>
              <a:t>, </a:t>
            </a:r>
            <a:r>
              <a:rPr lang="es-ES" sz="1400" dirty="0" err="1"/>
              <a:t>SpeedJ</a:t>
            </a:r>
            <a:r>
              <a:rPr lang="es-ES" sz="1400" dirty="0"/>
              <a:t>=</a:t>
            </a:r>
            <a:r>
              <a:rPr lang="es-ES" sz="1400" dirty="0">
                <a:solidFill>
                  <a:srgbClr val="FFC000"/>
                </a:solidFill>
              </a:rPr>
              <a:t>50</a:t>
            </a:r>
            <a:r>
              <a:rPr lang="es-ES" sz="1400" dirty="0"/>
              <a:t>, AccJ=</a:t>
            </a:r>
            <a:r>
              <a:rPr lang="es-ES" sz="1400" dirty="0">
                <a:solidFill>
                  <a:srgbClr val="FFC000"/>
                </a:solidFill>
              </a:rPr>
              <a:t>20</a:t>
            </a:r>
            <a:r>
              <a:rPr lang="es-ES" sz="1400" dirty="0"/>
              <a:t>, SYNC=</a:t>
            </a:r>
            <a:r>
              <a:rPr lang="es-ES" sz="1400" dirty="0">
                <a:solidFill>
                  <a:srgbClr val="FFC000"/>
                </a:solidFill>
              </a:rPr>
              <a:t>0</a:t>
            </a:r>
            <a:r>
              <a:rPr lang="es-ES" sz="1400" dirty="0"/>
              <a:t>})</a:t>
            </a:r>
            <a:endParaRPr lang="es-MX" sz="1400" dirty="0"/>
          </a:p>
        </p:txBody>
      </p:sp>
      <p:sp>
        <p:nvSpPr>
          <p:cNvPr id="4" name="CuadroTexto 3">
            <a:extLst>
              <a:ext uri="{FF2B5EF4-FFF2-40B4-BE49-F238E27FC236}">
                <a16:creationId xmlns:a16="http://schemas.microsoft.com/office/drawing/2014/main" id="{AC4EA26A-14DC-412D-90BB-6C6FD6986688}"/>
              </a:ext>
            </a:extLst>
          </p:cNvPr>
          <p:cNvSpPr txBox="1"/>
          <p:nvPr/>
        </p:nvSpPr>
        <p:spPr>
          <a:xfrm>
            <a:off x="6096000" y="4593400"/>
            <a:ext cx="6185732" cy="800219"/>
          </a:xfrm>
          <a:prstGeom prst="rect">
            <a:avLst/>
          </a:prstGeom>
          <a:noFill/>
        </p:spPr>
        <p:txBody>
          <a:bodyPr wrap="none" rtlCol="0">
            <a:spAutoFit/>
          </a:bodyPr>
          <a:lstStyle/>
          <a:p>
            <a:r>
              <a:rPr lang="es-ES" sz="1400" dirty="0"/>
              <a:t>MovLIO(P, {</a:t>
            </a:r>
            <a:r>
              <a:rPr lang="es-ES" sz="1400" dirty="0" err="1"/>
              <a:t>Mode</a:t>
            </a:r>
            <a:r>
              <a:rPr lang="es-ES" sz="1400" dirty="0"/>
              <a:t>, </a:t>
            </a:r>
            <a:r>
              <a:rPr lang="es-ES" sz="1400" dirty="0" err="1"/>
              <a:t>Distance</a:t>
            </a:r>
            <a:r>
              <a:rPr lang="es-ES" sz="1400" dirty="0"/>
              <a:t>, </a:t>
            </a:r>
            <a:r>
              <a:rPr lang="es-ES" sz="1400" dirty="0" err="1"/>
              <a:t>Index</a:t>
            </a:r>
            <a:r>
              <a:rPr lang="es-ES" sz="1400" dirty="0"/>
              <a:t>, Status},{</a:t>
            </a:r>
            <a:r>
              <a:rPr lang="es-ES" sz="1400" dirty="0" err="1"/>
              <a:t>Mode</a:t>
            </a:r>
            <a:r>
              <a:rPr lang="es-ES" sz="1400" dirty="0"/>
              <a:t>, </a:t>
            </a:r>
            <a:r>
              <a:rPr lang="es-ES" sz="1400" dirty="0" err="1"/>
              <a:t>Distance</a:t>
            </a:r>
            <a:r>
              <a:rPr lang="es-ES" sz="1400" dirty="0"/>
              <a:t>, </a:t>
            </a:r>
            <a:r>
              <a:rPr lang="es-ES" sz="1400" dirty="0" err="1"/>
              <a:t>Index</a:t>
            </a:r>
            <a:r>
              <a:rPr lang="es-ES" sz="1400" dirty="0"/>
              <a:t>, Status}…},</a:t>
            </a:r>
          </a:p>
          <a:p>
            <a:r>
              <a:rPr lang="es-ES" sz="1400" dirty="0"/>
              <a:t>{CP=</a:t>
            </a:r>
            <a:r>
              <a:rPr lang="es-ES" sz="1400" dirty="0">
                <a:solidFill>
                  <a:srgbClr val="FFC000"/>
                </a:solidFill>
              </a:rPr>
              <a:t>1</a:t>
            </a:r>
            <a:r>
              <a:rPr lang="es-ES" sz="1400" dirty="0"/>
              <a:t>, </a:t>
            </a:r>
            <a:r>
              <a:rPr lang="es-ES" sz="1400" dirty="0" err="1"/>
              <a:t>SpeedL</a:t>
            </a:r>
            <a:r>
              <a:rPr lang="es-ES" sz="1400" dirty="0"/>
              <a:t>=</a:t>
            </a:r>
            <a:r>
              <a:rPr lang="es-ES" sz="1400" dirty="0">
                <a:solidFill>
                  <a:srgbClr val="FFC000"/>
                </a:solidFill>
              </a:rPr>
              <a:t>50</a:t>
            </a:r>
            <a:r>
              <a:rPr lang="es-ES" sz="1400" dirty="0"/>
              <a:t>, AccL=</a:t>
            </a:r>
            <a:r>
              <a:rPr lang="es-ES" sz="1400" dirty="0">
                <a:solidFill>
                  <a:srgbClr val="FFC000"/>
                </a:solidFill>
              </a:rPr>
              <a:t>20</a:t>
            </a:r>
            <a:r>
              <a:rPr lang="es-ES" sz="1400" dirty="0"/>
              <a:t>, SYNC=</a:t>
            </a:r>
            <a:r>
              <a:rPr lang="es-ES" sz="1400" dirty="0">
                <a:solidFill>
                  <a:srgbClr val="FFC000"/>
                </a:solidFill>
              </a:rPr>
              <a:t>0</a:t>
            </a:r>
            <a:r>
              <a:rPr lang="es-ES" sz="1400" dirty="0"/>
              <a:t>})</a:t>
            </a:r>
            <a:endParaRPr lang="es-MX" sz="1400" dirty="0"/>
          </a:p>
          <a:p>
            <a:endParaRPr lang="es-MX" dirty="0"/>
          </a:p>
        </p:txBody>
      </p:sp>
      <p:pic>
        <p:nvPicPr>
          <p:cNvPr id="7" name="Imagen 6">
            <a:extLst>
              <a:ext uri="{FF2B5EF4-FFF2-40B4-BE49-F238E27FC236}">
                <a16:creationId xmlns:a16="http://schemas.microsoft.com/office/drawing/2014/main" id="{8AEC52E8-C5B4-42E5-8861-200AF2083BD1}"/>
              </a:ext>
            </a:extLst>
          </p:cNvPr>
          <p:cNvPicPr>
            <a:picLocks noChangeAspect="1"/>
          </p:cNvPicPr>
          <p:nvPr/>
        </p:nvPicPr>
        <p:blipFill>
          <a:blip r:embed="rId2"/>
          <a:stretch>
            <a:fillRect/>
          </a:stretch>
        </p:blipFill>
        <p:spPr>
          <a:xfrm>
            <a:off x="-7543" y="-25563"/>
            <a:ext cx="888053" cy="900000"/>
          </a:xfrm>
          <a:prstGeom prst="rect">
            <a:avLst/>
          </a:prstGeom>
        </p:spPr>
      </p:pic>
    </p:spTree>
    <p:extLst>
      <p:ext uri="{BB962C8B-B14F-4D97-AF65-F5344CB8AC3E}">
        <p14:creationId xmlns:p14="http://schemas.microsoft.com/office/powerpoint/2010/main" val="300377762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Marcador de contenido 5">
            <a:extLst>
              <a:ext uri="{FF2B5EF4-FFF2-40B4-BE49-F238E27FC236}">
                <a16:creationId xmlns:a16="http://schemas.microsoft.com/office/drawing/2014/main" id="{34E24264-76B7-4CEE-89C8-7ED41180125D}"/>
              </a:ext>
            </a:extLst>
          </p:cNvPr>
          <p:cNvSpPr>
            <a:spLocks noGrp="1"/>
          </p:cNvSpPr>
          <p:nvPr>
            <p:ph sz="quarter" idx="10"/>
          </p:nvPr>
        </p:nvSpPr>
        <p:spPr>
          <a:xfrm>
            <a:off x="914400" y="2574098"/>
            <a:ext cx="5755341" cy="6196404"/>
          </a:xfrm>
        </p:spPr>
        <p:txBody>
          <a:bodyPr>
            <a:normAutofit/>
          </a:bodyPr>
          <a:lstStyle/>
          <a:p>
            <a:r>
              <a:rPr lang="es-ES" sz="2400" b="1" dirty="0"/>
              <a:t>MovJExt:</a:t>
            </a:r>
            <a:r>
              <a:rPr lang="es-ES" sz="2400" dirty="0"/>
              <a:t> </a:t>
            </a:r>
            <a:r>
              <a:rPr lang="es-ES" sz="2000" dirty="0"/>
              <a:t>Mueve una parte extra del robot llamada articulación auxiliar hacia el ángulo y posición que quieras.</a:t>
            </a:r>
            <a:endParaRPr lang="es-ES" sz="2200" dirty="0"/>
          </a:p>
        </p:txBody>
      </p:sp>
      <p:sp>
        <p:nvSpPr>
          <p:cNvPr id="2" name="Marcador de número de diapositiva 1">
            <a:extLst>
              <a:ext uri="{FF2B5EF4-FFF2-40B4-BE49-F238E27FC236}">
                <a16:creationId xmlns:a16="http://schemas.microsoft.com/office/drawing/2014/main" id="{1E2CA03C-EDCB-4961-BE25-080A2523E7E3}"/>
              </a:ext>
            </a:extLst>
          </p:cNvPr>
          <p:cNvSpPr>
            <a:spLocks noGrp="1"/>
          </p:cNvSpPr>
          <p:nvPr>
            <p:ph type="sldNum" sz="quarter" idx="4"/>
          </p:nvPr>
        </p:nvSpPr>
        <p:spPr/>
        <p:txBody>
          <a:bodyPr/>
          <a:lstStyle/>
          <a:p>
            <a:pPr rtl="0"/>
            <a:fld id="{B5CEABB6-07DC-46E8-9B57-56EC44A396E5}" type="slidenum">
              <a:rPr lang="es-ES" smtClean="0"/>
              <a:pPr rtl="0"/>
              <a:t>84</a:t>
            </a:fld>
            <a:endParaRPr lang="es-ES" dirty="0"/>
          </a:p>
        </p:txBody>
      </p:sp>
      <p:sp>
        <p:nvSpPr>
          <p:cNvPr id="5" name="Título 4">
            <a:extLst>
              <a:ext uri="{FF2B5EF4-FFF2-40B4-BE49-F238E27FC236}">
                <a16:creationId xmlns:a16="http://schemas.microsoft.com/office/drawing/2014/main" id="{1598EEC7-287B-45A5-99F2-DDB0646572DC}"/>
              </a:ext>
            </a:extLst>
          </p:cNvPr>
          <p:cNvSpPr>
            <a:spLocks noGrp="1"/>
          </p:cNvSpPr>
          <p:nvPr>
            <p:ph type="title"/>
          </p:nvPr>
        </p:nvSpPr>
        <p:spPr>
          <a:xfrm>
            <a:off x="891990" y="434225"/>
            <a:ext cx="9524998" cy="1499627"/>
          </a:xfrm>
        </p:spPr>
        <p:txBody>
          <a:bodyPr/>
          <a:lstStyle/>
          <a:p>
            <a:r>
              <a:rPr lang="es-ES" dirty="0"/>
              <a:t>Movimiento</a:t>
            </a:r>
            <a:endParaRPr lang="es-MX" dirty="0"/>
          </a:p>
        </p:txBody>
      </p:sp>
      <p:sp>
        <p:nvSpPr>
          <p:cNvPr id="3" name="CuadroTexto 2">
            <a:extLst>
              <a:ext uri="{FF2B5EF4-FFF2-40B4-BE49-F238E27FC236}">
                <a16:creationId xmlns:a16="http://schemas.microsoft.com/office/drawing/2014/main" id="{A2F40A23-93A9-4D12-AC63-7A710463D9F3}"/>
              </a:ext>
            </a:extLst>
          </p:cNvPr>
          <p:cNvSpPr txBox="1"/>
          <p:nvPr/>
        </p:nvSpPr>
        <p:spPr>
          <a:xfrm>
            <a:off x="6807200" y="2873828"/>
            <a:ext cx="5201167" cy="400110"/>
          </a:xfrm>
          <a:prstGeom prst="rect">
            <a:avLst/>
          </a:prstGeom>
          <a:noFill/>
        </p:spPr>
        <p:txBody>
          <a:bodyPr wrap="none" rtlCol="0">
            <a:spAutoFit/>
          </a:bodyPr>
          <a:lstStyle/>
          <a:p>
            <a:r>
              <a:rPr lang="es-ES" sz="2000" dirty="0" err="1"/>
              <a:t>MovJExt</a:t>
            </a:r>
            <a:r>
              <a:rPr lang="es-ES" sz="2000" dirty="0"/>
              <a:t>(AD, {</a:t>
            </a:r>
            <a:r>
              <a:rPr lang="es-ES" sz="2000" dirty="0" err="1"/>
              <a:t>SpeddE</a:t>
            </a:r>
            <a:r>
              <a:rPr lang="es-ES" sz="2000" dirty="0"/>
              <a:t>=50, </a:t>
            </a:r>
            <a:r>
              <a:rPr lang="es-ES" sz="2000" dirty="0" err="1"/>
              <a:t>AccE</a:t>
            </a:r>
            <a:r>
              <a:rPr lang="es-ES" sz="2000" dirty="0"/>
              <a:t>=20, SYNC=0})</a:t>
            </a:r>
            <a:endParaRPr lang="es-MX" sz="2000" dirty="0"/>
          </a:p>
        </p:txBody>
      </p:sp>
      <p:pic>
        <p:nvPicPr>
          <p:cNvPr id="7" name="Imagen 6">
            <a:extLst>
              <a:ext uri="{FF2B5EF4-FFF2-40B4-BE49-F238E27FC236}">
                <a16:creationId xmlns:a16="http://schemas.microsoft.com/office/drawing/2014/main" id="{E5B2E616-D667-4631-9E83-2EB812C6934B}"/>
              </a:ext>
            </a:extLst>
          </p:cNvPr>
          <p:cNvPicPr>
            <a:picLocks noChangeAspect="1"/>
          </p:cNvPicPr>
          <p:nvPr/>
        </p:nvPicPr>
        <p:blipFill>
          <a:blip r:embed="rId2"/>
          <a:stretch>
            <a:fillRect/>
          </a:stretch>
        </p:blipFill>
        <p:spPr>
          <a:xfrm>
            <a:off x="-7543" y="-25563"/>
            <a:ext cx="888053" cy="900000"/>
          </a:xfrm>
          <a:prstGeom prst="rect">
            <a:avLst/>
          </a:prstGeom>
        </p:spPr>
      </p:pic>
    </p:spTree>
    <p:extLst>
      <p:ext uri="{BB962C8B-B14F-4D97-AF65-F5344CB8AC3E}">
        <p14:creationId xmlns:p14="http://schemas.microsoft.com/office/powerpoint/2010/main" val="282399859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4">
            <a:extLst>
              <a:ext uri="{FF2B5EF4-FFF2-40B4-BE49-F238E27FC236}">
                <a16:creationId xmlns:a16="http://schemas.microsoft.com/office/drawing/2014/main" id="{44502753-8D89-46E8-84C8-0FD500EECD4D}"/>
              </a:ext>
            </a:extLst>
          </p:cNvPr>
          <p:cNvSpPr>
            <a:spLocks noGrp="1"/>
          </p:cNvSpPr>
          <p:nvPr>
            <p:ph type="title"/>
          </p:nvPr>
        </p:nvSpPr>
        <p:spPr/>
        <p:txBody>
          <a:bodyPr/>
          <a:lstStyle/>
          <a:p>
            <a:r>
              <a:rPr lang="es-ES" dirty="0"/>
              <a:t>Parámetro de movimiento</a:t>
            </a:r>
            <a:endParaRPr lang="es-MX" dirty="0"/>
          </a:p>
        </p:txBody>
      </p:sp>
      <p:sp>
        <p:nvSpPr>
          <p:cNvPr id="6" name="Marcador de contenido 5">
            <a:extLst>
              <a:ext uri="{FF2B5EF4-FFF2-40B4-BE49-F238E27FC236}">
                <a16:creationId xmlns:a16="http://schemas.microsoft.com/office/drawing/2014/main" id="{00653504-9548-4389-9CD8-2E4D3C63105D}"/>
              </a:ext>
            </a:extLst>
          </p:cNvPr>
          <p:cNvSpPr>
            <a:spLocks noGrp="1"/>
          </p:cNvSpPr>
          <p:nvPr>
            <p:ph sz="quarter" idx="10"/>
          </p:nvPr>
        </p:nvSpPr>
        <p:spPr>
          <a:xfrm>
            <a:off x="244928" y="2123126"/>
            <a:ext cx="6257366" cy="3914910"/>
          </a:xfrm>
        </p:spPr>
        <p:txBody>
          <a:bodyPr>
            <a:normAutofit/>
          </a:bodyPr>
          <a:lstStyle/>
          <a:p>
            <a:pPr marL="342900" indent="-342900">
              <a:buFont typeface="Arial" panose="020B0604020202020204" pitchFamily="34" charset="0"/>
              <a:buChar char="•"/>
            </a:pPr>
            <a:r>
              <a:rPr lang="es-ES" sz="2400" b="1" dirty="0"/>
              <a:t>Sincronizar:</a:t>
            </a:r>
            <a:r>
              <a:rPr lang="es-ES" sz="2400" dirty="0"/>
              <a:t> </a:t>
            </a:r>
            <a:r>
              <a:rPr lang="es-ES" sz="2000" dirty="0"/>
              <a:t>Este comando pausa el programa hasta que se terminen de ejecutar todos los comandos anteriores, evitando que se ejecuten comandos nuevos antes de tiempo.</a:t>
            </a:r>
          </a:p>
          <a:p>
            <a:pPr marL="342900" indent="-342900">
              <a:buFont typeface="Arial" panose="020B0604020202020204" pitchFamily="34" charset="0"/>
              <a:buChar char="•"/>
            </a:pPr>
            <a:r>
              <a:rPr lang="es-ES" sz="2400" b="1" dirty="0"/>
              <a:t>CP:</a:t>
            </a:r>
            <a:r>
              <a:rPr lang="es-ES" sz="2400" dirty="0"/>
              <a:t> </a:t>
            </a:r>
            <a:r>
              <a:rPr lang="es-ES" sz="2000" dirty="0"/>
              <a:t>Ajusta cómo se mueve el brazo del robot cuando pasa por varios puntos seguidos, permitiendo que lo haga de forma suave, ya sea girando en ángulo recto o en curvas sin detenerse.</a:t>
            </a:r>
            <a:br>
              <a:rPr lang="es-ES" sz="2400" dirty="0"/>
            </a:br>
            <a:endParaRPr lang="es-MX" dirty="0"/>
          </a:p>
        </p:txBody>
      </p:sp>
      <p:sp>
        <p:nvSpPr>
          <p:cNvPr id="2" name="Marcador de número de diapositiva 1">
            <a:extLst>
              <a:ext uri="{FF2B5EF4-FFF2-40B4-BE49-F238E27FC236}">
                <a16:creationId xmlns:a16="http://schemas.microsoft.com/office/drawing/2014/main" id="{B0B25CBA-2DD7-4CB5-B689-1DC925DA186C}"/>
              </a:ext>
            </a:extLst>
          </p:cNvPr>
          <p:cNvSpPr>
            <a:spLocks noGrp="1"/>
          </p:cNvSpPr>
          <p:nvPr>
            <p:ph type="sldNum" sz="quarter" idx="4"/>
          </p:nvPr>
        </p:nvSpPr>
        <p:spPr/>
        <p:txBody>
          <a:bodyPr/>
          <a:lstStyle/>
          <a:p>
            <a:pPr rtl="0"/>
            <a:fld id="{B5CEABB6-07DC-46E8-9B57-56EC44A396E5}" type="slidenum">
              <a:rPr lang="es-ES" smtClean="0"/>
              <a:pPr rtl="0"/>
              <a:t>85</a:t>
            </a:fld>
            <a:endParaRPr lang="es-ES" dirty="0"/>
          </a:p>
        </p:txBody>
      </p:sp>
      <p:sp>
        <p:nvSpPr>
          <p:cNvPr id="3" name="CuadroTexto 2">
            <a:extLst>
              <a:ext uri="{FF2B5EF4-FFF2-40B4-BE49-F238E27FC236}">
                <a16:creationId xmlns:a16="http://schemas.microsoft.com/office/drawing/2014/main" id="{7445D5DF-9C4B-4FF0-B47B-AF1FC00EBB10}"/>
              </a:ext>
            </a:extLst>
          </p:cNvPr>
          <p:cNvSpPr txBox="1"/>
          <p:nvPr/>
        </p:nvSpPr>
        <p:spPr>
          <a:xfrm>
            <a:off x="8579647" y="4080581"/>
            <a:ext cx="936347" cy="461665"/>
          </a:xfrm>
          <a:prstGeom prst="rect">
            <a:avLst/>
          </a:prstGeom>
          <a:noFill/>
        </p:spPr>
        <p:txBody>
          <a:bodyPr wrap="none" rtlCol="0">
            <a:spAutoFit/>
          </a:bodyPr>
          <a:lstStyle/>
          <a:p>
            <a:r>
              <a:rPr lang="es-ES" sz="2400" dirty="0"/>
              <a:t>CP(R)</a:t>
            </a:r>
            <a:endParaRPr lang="es-MX" sz="2400" dirty="0"/>
          </a:p>
        </p:txBody>
      </p:sp>
      <p:sp>
        <p:nvSpPr>
          <p:cNvPr id="4" name="CuadroTexto 3">
            <a:extLst>
              <a:ext uri="{FF2B5EF4-FFF2-40B4-BE49-F238E27FC236}">
                <a16:creationId xmlns:a16="http://schemas.microsoft.com/office/drawing/2014/main" id="{B7D1BC23-F37B-45E1-8BE7-1D8E4C2CEF52}"/>
              </a:ext>
            </a:extLst>
          </p:cNvPr>
          <p:cNvSpPr txBox="1"/>
          <p:nvPr/>
        </p:nvSpPr>
        <p:spPr>
          <a:xfrm>
            <a:off x="8541143" y="2561463"/>
            <a:ext cx="1013354" cy="461665"/>
          </a:xfrm>
          <a:prstGeom prst="rect">
            <a:avLst/>
          </a:prstGeom>
          <a:noFill/>
        </p:spPr>
        <p:txBody>
          <a:bodyPr wrap="none" rtlCol="0">
            <a:spAutoFit/>
          </a:bodyPr>
          <a:lstStyle/>
          <a:p>
            <a:r>
              <a:rPr lang="es-ES" sz="2400" dirty="0" err="1"/>
              <a:t>Sync</a:t>
            </a:r>
            <a:r>
              <a:rPr lang="es-ES" sz="2400" dirty="0"/>
              <a:t>()</a:t>
            </a:r>
            <a:endParaRPr lang="es-MX" sz="2400" dirty="0"/>
          </a:p>
        </p:txBody>
      </p:sp>
      <p:pic>
        <p:nvPicPr>
          <p:cNvPr id="7" name="Imagen 6">
            <a:extLst>
              <a:ext uri="{FF2B5EF4-FFF2-40B4-BE49-F238E27FC236}">
                <a16:creationId xmlns:a16="http://schemas.microsoft.com/office/drawing/2014/main" id="{13F3E89E-150A-4E58-A339-A5D006E8CF59}"/>
              </a:ext>
            </a:extLst>
          </p:cNvPr>
          <p:cNvPicPr>
            <a:picLocks noChangeAspect="1"/>
          </p:cNvPicPr>
          <p:nvPr/>
        </p:nvPicPr>
        <p:blipFill>
          <a:blip r:embed="rId2"/>
          <a:stretch>
            <a:fillRect/>
          </a:stretch>
        </p:blipFill>
        <p:spPr>
          <a:xfrm>
            <a:off x="-7543" y="-25563"/>
            <a:ext cx="888053" cy="900000"/>
          </a:xfrm>
          <a:prstGeom prst="rect">
            <a:avLst/>
          </a:prstGeom>
        </p:spPr>
      </p:pic>
    </p:spTree>
    <p:extLst>
      <p:ext uri="{BB962C8B-B14F-4D97-AF65-F5344CB8AC3E}">
        <p14:creationId xmlns:p14="http://schemas.microsoft.com/office/powerpoint/2010/main" val="127771936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4">
            <a:extLst>
              <a:ext uri="{FF2B5EF4-FFF2-40B4-BE49-F238E27FC236}">
                <a16:creationId xmlns:a16="http://schemas.microsoft.com/office/drawing/2014/main" id="{44502753-8D89-46E8-84C8-0FD500EECD4D}"/>
              </a:ext>
            </a:extLst>
          </p:cNvPr>
          <p:cNvSpPr>
            <a:spLocks noGrp="1"/>
          </p:cNvSpPr>
          <p:nvPr>
            <p:ph type="title"/>
          </p:nvPr>
        </p:nvSpPr>
        <p:spPr/>
        <p:txBody>
          <a:bodyPr/>
          <a:lstStyle/>
          <a:p>
            <a:r>
              <a:rPr lang="es-ES" dirty="0"/>
              <a:t>Parámetro de movimiento</a:t>
            </a:r>
            <a:endParaRPr lang="es-MX" dirty="0"/>
          </a:p>
        </p:txBody>
      </p:sp>
      <p:sp>
        <p:nvSpPr>
          <p:cNvPr id="6" name="Marcador de contenido 5">
            <a:extLst>
              <a:ext uri="{FF2B5EF4-FFF2-40B4-BE49-F238E27FC236}">
                <a16:creationId xmlns:a16="http://schemas.microsoft.com/office/drawing/2014/main" id="{00653504-9548-4389-9CD8-2E4D3C63105D}"/>
              </a:ext>
            </a:extLst>
          </p:cNvPr>
          <p:cNvSpPr>
            <a:spLocks noGrp="1"/>
          </p:cNvSpPr>
          <p:nvPr>
            <p:ph sz="quarter" idx="10"/>
          </p:nvPr>
        </p:nvSpPr>
        <p:spPr>
          <a:xfrm>
            <a:off x="244928" y="2123126"/>
            <a:ext cx="6257366" cy="3914910"/>
          </a:xfrm>
        </p:spPr>
        <p:txBody>
          <a:bodyPr>
            <a:normAutofit/>
          </a:bodyPr>
          <a:lstStyle/>
          <a:p>
            <a:pPr marL="342900" indent="-342900">
              <a:buFont typeface="Arial" panose="020B0604020202020204" pitchFamily="34" charset="0"/>
              <a:buChar char="•"/>
            </a:pPr>
            <a:r>
              <a:rPr lang="es-ES" sz="2400" b="1" dirty="0"/>
              <a:t>VelocidadJ:</a:t>
            </a:r>
            <a:r>
              <a:rPr lang="es-ES" sz="2400" dirty="0"/>
              <a:t> </a:t>
            </a:r>
            <a:r>
              <a:rPr lang="es-ES" sz="2000" dirty="0"/>
              <a:t>Ajusta qué tan rápido se mueven las articulaciones del robot. La velocidad real depende del porcentaje que pongas, la velocidad configurada en la reproducción y la velocidad global.</a:t>
            </a:r>
          </a:p>
          <a:p>
            <a:pPr marL="342900" indent="-342900">
              <a:buFont typeface="Arial" panose="020B0604020202020204" pitchFamily="34" charset="0"/>
              <a:buChar char="•"/>
            </a:pPr>
            <a:r>
              <a:rPr lang="es-ES" sz="2400" b="1" dirty="0"/>
              <a:t>AccJ:</a:t>
            </a:r>
            <a:r>
              <a:rPr lang="es-ES" sz="2400" dirty="0"/>
              <a:t> </a:t>
            </a:r>
            <a:r>
              <a:rPr lang="es-ES" sz="2000" dirty="0"/>
              <a:t>Ajusta qué tan rápido aceleran las articulaciones del robot. La aceleración real depende del porcentaje que pongas, la aceleración configurada en la reproducción y la velocidad global.</a:t>
            </a:r>
          </a:p>
          <a:p>
            <a:pPr marL="342900" indent="-342900">
              <a:buFont typeface="Arial" panose="020B0604020202020204" pitchFamily="34" charset="0"/>
              <a:buChar char="•"/>
            </a:pPr>
            <a:endParaRPr lang="es-MX" dirty="0"/>
          </a:p>
        </p:txBody>
      </p:sp>
      <p:sp>
        <p:nvSpPr>
          <p:cNvPr id="2" name="Marcador de número de diapositiva 1">
            <a:extLst>
              <a:ext uri="{FF2B5EF4-FFF2-40B4-BE49-F238E27FC236}">
                <a16:creationId xmlns:a16="http://schemas.microsoft.com/office/drawing/2014/main" id="{B0B25CBA-2DD7-4CB5-B689-1DC925DA186C}"/>
              </a:ext>
            </a:extLst>
          </p:cNvPr>
          <p:cNvSpPr>
            <a:spLocks noGrp="1"/>
          </p:cNvSpPr>
          <p:nvPr>
            <p:ph type="sldNum" sz="quarter" idx="4"/>
          </p:nvPr>
        </p:nvSpPr>
        <p:spPr/>
        <p:txBody>
          <a:bodyPr/>
          <a:lstStyle/>
          <a:p>
            <a:pPr rtl="0"/>
            <a:fld id="{B5CEABB6-07DC-46E8-9B57-56EC44A396E5}" type="slidenum">
              <a:rPr lang="es-ES" smtClean="0"/>
              <a:pPr rtl="0"/>
              <a:t>86</a:t>
            </a:fld>
            <a:endParaRPr lang="es-ES" dirty="0"/>
          </a:p>
        </p:txBody>
      </p:sp>
      <p:sp>
        <p:nvSpPr>
          <p:cNvPr id="3" name="CuadroTexto 2">
            <a:extLst>
              <a:ext uri="{FF2B5EF4-FFF2-40B4-BE49-F238E27FC236}">
                <a16:creationId xmlns:a16="http://schemas.microsoft.com/office/drawing/2014/main" id="{9CD7C90C-A05A-4D7A-A05B-D4995C6D45A6}"/>
              </a:ext>
            </a:extLst>
          </p:cNvPr>
          <p:cNvSpPr txBox="1"/>
          <p:nvPr/>
        </p:nvSpPr>
        <p:spPr>
          <a:xfrm>
            <a:off x="8333587" y="4412343"/>
            <a:ext cx="1169103" cy="461665"/>
          </a:xfrm>
          <a:prstGeom prst="rect">
            <a:avLst/>
          </a:prstGeom>
          <a:noFill/>
        </p:spPr>
        <p:txBody>
          <a:bodyPr wrap="none" rtlCol="0">
            <a:spAutoFit/>
          </a:bodyPr>
          <a:lstStyle/>
          <a:p>
            <a:r>
              <a:rPr lang="es-ES" sz="2400" dirty="0"/>
              <a:t>AccJ(R)</a:t>
            </a:r>
            <a:endParaRPr lang="es-MX" sz="2400" dirty="0"/>
          </a:p>
        </p:txBody>
      </p:sp>
      <p:sp>
        <p:nvSpPr>
          <p:cNvPr id="4" name="CuadroTexto 3">
            <a:extLst>
              <a:ext uri="{FF2B5EF4-FFF2-40B4-BE49-F238E27FC236}">
                <a16:creationId xmlns:a16="http://schemas.microsoft.com/office/drawing/2014/main" id="{A0477285-F90F-42D8-B357-449AE32ABCBE}"/>
              </a:ext>
            </a:extLst>
          </p:cNvPr>
          <p:cNvSpPr txBox="1"/>
          <p:nvPr/>
        </p:nvSpPr>
        <p:spPr>
          <a:xfrm>
            <a:off x="8160559" y="2711432"/>
            <a:ext cx="1515158" cy="461665"/>
          </a:xfrm>
          <a:prstGeom prst="rect">
            <a:avLst/>
          </a:prstGeom>
          <a:noFill/>
        </p:spPr>
        <p:txBody>
          <a:bodyPr wrap="none" rtlCol="0">
            <a:spAutoFit/>
          </a:bodyPr>
          <a:lstStyle/>
          <a:p>
            <a:r>
              <a:rPr lang="es-ES" sz="2400" dirty="0" err="1"/>
              <a:t>SpeedJ</a:t>
            </a:r>
            <a:r>
              <a:rPr lang="es-ES" sz="2400" dirty="0"/>
              <a:t>(R)</a:t>
            </a:r>
            <a:endParaRPr lang="es-MX" sz="2400" dirty="0"/>
          </a:p>
        </p:txBody>
      </p:sp>
      <p:pic>
        <p:nvPicPr>
          <p:cNvPr id="7" name="Imagen 6">
            <a:extLst>
              <a:ext uri="{FF2B5EF4-FFF2-40B4-BE49-F238E27FC236}">
                <a16:creationId xmlns:a16="http://schemas.microsoft.com/office/drawing/2014/main" id="{469A8275-4180-4594-AF62-4D9F475644B4}"/>
              </a:ext>
            </a:extLst>
          </p:cNvPr>
          <p:cNvPicPr>
            <a:picLocks noChangeAspect="1"/>
          </p:cNvPicPr>
          <p:nvPr/>
        </p:nvPicPr>
        <p:blipFill>
          <a:blip r:embed="rId2"/>
          <a:stretch>
            <a:fillRect/>
          </a:stretch>
        </p:blipFill>
        <p:spPr>
          <a:xfrm>
            <a:off x="-7543" y="-25563"/>
            <a:ext cx="888053" cy="900000"/>
          </a:xfrm>
          <a:prstGeom prst="rect">
            <a:avLst/>
          </a:prstGeom>
        </p:spPr>
      </p:pic>
    </p:spTree>
    <p:extLst>
      <p:ext uri="{BB962C8B-B14F-4D97-AF65-F5344CB8AC3E}">
        <p14:creationId xmlns:p14="http://schemas.microsoft.com/office/powerpoint/2010/main" val="3608049023"/>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Marcador de contenido 5">
            <a:extLst>
              <a:ext uri="{FF2B5EF4-FFF2-40B4-BE49-F238E27FC236}">
                <a16:creationId xmlns:a16="http://schemas.microsoft.com/office/drawing/2014/main" id="{34E24264-76B7-4CEE-89C8-7ED41180125D}"/>
              </a:ext>
            </a:extLst>
          </p:cNvPr>
          <p:cNvSpPr>
            <a:spLocks noGrp="1"/>
          </p:cNvSpPr>
          <p:nvPr>
            <p:ph sz="quarter" idx="10"/>
          </p:nvPr>
        </p:nvSpPr>
        <p:spPr>
          <a:xfrm>
            <a:off x="914400" y="1964498"/>
            <a:ext cx="5755341" cy="6196404"/>
          </a:xfrm>
        </p:spPr>
        <p:txBody>
          <a:bodyPr>
            <a:normAutofit/>
          </a:bodyPr>
          <a:lstStyle/>
          <a:p>
            <a:r>
              <a:rPr lang="es-ES" sz="2000" b="1" dirty="0"/>
              <a:t>VelocidadL:</a:t>
            </a:r>
            <a:r>
              <a:rPr lang="es-ES" sz="2000" dirty="0"/>
              <a:t> </a:t>
            </a:r>
            <a:r>
              <a:rPr lang="es-ES" dirty="0"/>
              <a:t>Ajusta qué tan rápido se mueve el robot cuando hace movimientos en línea recta o en arco. La velocidad final depende del porcentaje que pongas, la configuración general y la velocidad global.</a:t>
            </a:r>
          </a:p>
          <a:p>
            <a:r>
              <a:rPr lang="es-ES" sz="2000" b="1" dirty="0"/>
              <a:t>AccL:</a:t>
            </a:r>
            <a:r>
              <a:rPr lang="es-ES" sz="2000" dirty="0"/>
              <a:t> </a:t>
            </a:r>
            <a:r>
              <a:rPr lang="es-ES" dirty="0"/>
              <a:t>Controla qué tan rápido acelera el robot en movimientos en línea recta o en arco. La aceleración real depende del porcentaje que pongas, la configuración general y la velocidad global.</a:t>
            </a:r>
          </a:p>
          <a:p>
            <a:endParaRPr lang="es-ES" sz="2800" b="1" i="0" dirty="0">
              <a:solidFill>
                <a:srgbClr val="111111"/>
              </a:solidFill>
              <a:effectLst/>
              <a:latin typeface="Roboto" panose="02000000000000000000" pitchFamily="2" charset="0"/>
            </a:endParaRPr>
          </a:p>
        </p:txBody>
      </p:sp>
      <p:sp>
        <p:nvSpPr>
          <p:cNvPr id="2" name="Marcador de número de diapositiva 1">
            <a:extLst>
              <a:ext uri="{FF2B5EF4-FFF2-40B4-BE49-F238E27FC236}">
                <a16:creationId xmlns:a16="http://schemas.microsoft.com/office/drawing/2014/main" id="{02391D0C-701A-42DD-9B4C-BE6B79096DB2}"/>
              </a:ext>
            </a:extLst>
          </p:cNvPr>
          <p:cNvSpPr>
            <a:spLocks noGrp="1"/>
          </p:cNvSpPr>
          <p:nvPr>
            <p:ph type="sldNum" sz="quarter" idx="4"/>
          </p:nvPr>
        </p:nvSpPr>
        <p:spPr/>
        <p:txBody>
          <a:bodyPr/>
          <a:lstStyle/>
          <a:p>
            <a:pPr rtl="0"/>
            <a:fld id="{B5CEABB6-07DC-46E8-9B57-56EC44A396E5}" type="slidenum">
              <a:rPr lang="es-ES" smtClean="0"/>
              <a:pPr rtl="0"/>
              <a:t>87</a:t>
            </a:fld>
            <a:endParaRPr lang="es-ES" dirty="0"/>
          </a:p>
        </p:txBody>
      </p:sp>
      <p:sp>
        <p:nvSpPr>
          <p:cNvPr id="8" name="Título 4">
            <a:extLst>
              <a:ext uri="{FF2B5EF4-FFF2-40B4-BE49-F238E27FC236}">
                <a16:creationId xmlns:a16="http://schemas.microsoft.com/office/drawing/2014/main" id="{7C10D94D-6E2E-4192-AF38-1698D7FF78A7}"/>
              </a:ext>
            </a:extLst>
          </p:cNvPr>
          <p:cNvSpPr>
            <a:spLocks noGrp="1"/>
          </p:cNvSpPr>
          <p:nvPr>
            <p:ph type="title"/>
          </p:nvPr>
        </p:nvSpPr>
        <p:spPr>
          <a:xfrm>
            <a:off x="891990" y="434225"/>
            <a:ext cx="9524998" cy="1499627"/>
          </a:xfrm>
        </p:spPr>
        <p:txBody>
          <a:bodyPr/>
          <a:lstStyle/>
          <a:p>
            <a:r>
              <a:rPr lang="es-ES" dirty="0"/>
              <a:t>Parámetro de movimiento</a:t>
            </a:r>
            <a:endParaRPr lang="es-MX" dirty="0"/>
          </a:p>
        </p:txBody>
      </p:sp>
      <p:sp>
        <p:nvSpPr>
          <p:cNvPr id="3" name="CuadroTexto 2">
            <a:extLst>
              <a:ext uri="{FF2B5EF4-FFF2-40B4-BE49-F238E27FC236}">
                <a16:creationId xmlns:a16="http://schemas.microsoft.com/office/drawing/2014/main" id="{3167368B-D131-49F5-ADB5-0FE524B9981D}"/>
              </a:ext>
            </a:extLst>
          </p:cNvPr>
          <p:cNvSpPr txBox="1"/>
          <p:nvPr/>
        </p:nvSpPr>
        <p:spPr>
          <a:xfrm>
            <a:off x="8652756" y="3859220"/>
            <a:ext cx="1205971" cy="461665"/>
          </a:xfrm>
          <a:prstGeom prst="rect">
            <a:avLst/>
          </a:prstGeom>
          <a:noFill/>
        </p:spPr>
        <p:txBody>
          <a:bodyPr wrap="none" rtlCol="0">
            <a:spAutoFit/>
          </a:bodyPr>
          <a:lstStyle/>
          <a:p>
            <a:r>
              <a:rPr lang="es-ES" sz="2400" dirty="0"/>
              <a:t>AccL(R)</a:t>
            </a:r>
            <a:endParaRPr lang="es-MX" sz="2400" dirty="0"/>
          </a:p>
        </p:txBody>
      </p:sp>
      <p:sp>
        <p:nvSpPr>
          <p:cNvPr id="4" name="CuadroTexto 3">
            <a:extLst>
              <a:ext uri="{FF2B5EF4-FFF2-40B4-BE49-F238E27FC236}">
                <a16:creationId xmlns:a16="http://schemas.microsoft.com/office/drawing/2014/main" id="{082F8E13-831D-46D3-AA44-4E2FF22C377B}"/>
              </a:ext>
            </a:extLst>
          </p:cNvPr>
          <p:cNvSpPr txBox="1"/>
          <p:nvPr/>
        </p:nvSpPr>
        <p:spPr>
          <a:xfrm>
            <a:off x="8652756" y="2592912"/>
            <a:ext cx="1552028" cy="461665"/>
          </a:xfrm>
          <a:prstGeom prst="rect">
            <a:avLst/>
          </a:prstGeom>
          <a:noFill/>
        </p:spPr>
        <p:txBody>
          <a:bodyPr wrap="none" rtlCol="0">
            <a:spAutoFit/>
          </a:bodyPr>
          <a:lstStyle/>
          <a:p>
            <a:r>
              <a:rPr lang="es-ES" sz="2400" dirty="0" err="1"/>
              <a:t>SpeedL</a:t>
            </a:r>
            <a:r>
              <a:rPr lang="es-ES" sz="2400" dirty="0"/>
              <a:t>(R)</a:t>
            </a:r>
            <a:endParaRPr lang="es-MX" sz="2400" dirty="0"/>
          </a:p>
        </p:txBody>
      </p:sp>
      <p:pic>
        <p:nvPicPr>
          <p:cNvPr id="7" name="Imagen 6">
            <a:extLst>
              <a:ext uri="{FF2B5EF4-FFF2-40B4-BE49-F238E27FC236}">
                <a16:creationId xmlns:a16="http://schemas.microsoft.com/office/drawing/2014/main" id="{DDE724F1-8013-4A25-A82A-E75199B4F4DE}"/>
              </a:ext>
            </a:extLst>
          </p:cNvPr>
          <p:cNvPicPr>
            <a:picLocks noChangeAspect="1"/>
          </p:cNvPicPr>
          <p:nvPr/>
        </p:nvPicPr>
        <p:blipFill>
          <a:blip r:embed="rId2"/>
          <a:stretch>
            <a:fillRect/>
          </a:stretch>
        </p:blipFill>
        <p:spPr>
          <a:xfrm>
            <a:off x="-7543" y="-25563"/>
            <a:ext cx="888053" cy="900000"/>
          </a:xfrm>
          <a:prstGeom prst="rect">
            <a:avLst/>
          </a:prstGeom>
        </p:spPr>
      </p:pic>
    </p:spTree>
    <p:extLst>
      <p:ext uri="{BB962C8B-B14F-4D97-AF65-F5344CB8AC3E}">
        <p14:creationId xmlns:p14="http://schemas.microsoft.com/office/powerpoint/2010/main" val="1000860358"/>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Marcador de contenido 5">
            <a:extLst>
              <a:ext uri="{FF2B5EF4-FFF2-40B4-BE49-F238E27FC236}">
                <a16:creationId xmlns:a16="http://schemas.microsoft.com/office/drawing/2014/main" id="{34E24264-76B7-4CEE-89C8-7ED41180125D}"/>
              </a:ext>
            </a:extLst>
          </p:cNvPr>
          <p:cNvSpPr>
            <a:spLocks noGrp="1"/>
          </p:cNvSpPr>
          <p:nvPr>
            <p:ph sz="quarter" idx="10"/>
          </p:nvPr>
        </p:nvSpPr>
        <p:spPr>
          <a:xfrm>
            <a:off x="914400" y="1980540"/>
            <a:ext cx="5755341" cy="6196404"/>
          </a:xfrm>
        </p:spPr>
        <p:txBody>
          <a:bodyPr>
            <a:normAutofit/>
          </a:bodyPr>
          <a:lstStyle/>
          <a:p>
            <a:r>
              <a:rPr lang="es-ES" sz="2400" b="1" dirty="0"/>
              <a:t>ObtenerPose:</a:t>
            </a:r>
            <a:r>
              <a:rPr lang="es-ES" sz="2400" dirty="0"/>
              <a:t> </a:t>
            </a:r>
            <a:r>
              <a:rPr lang="es-ES" sz="2000" dirty="0"/>
              <a:t>Consigue en tiempo real la posición actual del brazo del robot usando las coordenadas X, Y, Z (sistema cartesiano). Si usas un sistema de coordenadas especial o de herramienta, la posición será según ese sistema.</a:t>
            </a:r>
          </a:p>
          <a:p>
            <a:endParaRPr lang="es-ES" dirty="0"/>
          </a:p>
          <a:p>
            <a:endParaRPr lang="es-ES" sz="2000" dirty="0"/>
          </a:p>
          <a:p>
            <a:r>
              <a:rPr lang="es-ES" sz="2400" b="1" dirty="0"/>
              <a:t>Obtener ángulo:</a:t>
            </a:r>
            <a:r>
              <a:rPr lang="es-ES" sz="2400" dirty="0"/>
              <a:t> </a:t>
            </a:r>
            <a:r>
              <a:rPr lang="es-ES" sz="2000" dirty="0"/>
              <a:t>Obtiene en tiempo real el ángulo de las partes (articulaciones) del brazo del robot, según el sistema de coordenadas articulares.</a:t>
            </a:r>
          </a:p>
          <a:p>
            <a:endParaRPr lang="es-ES" sz="3200" b="1" i="0" dirty="0">
              <a:solidFill>
                <a:srgbClr val="111111"/>
              </a:solidFill>
              <a:effectLst/>
              <a:latin typeface="Roboto" panose="02000000000000000000" pitchFamily="2" charset="0"/>
            </a:endParaRPr>
          </a:p>
        </p:txBody>
      </p:sp>
      <p:sp>
        <p:nvSpPr>
          <p:cNvPr id="2" name="Marcador de número de diapositiva 1">
            <a:extLst>
              <a:ext uri="{FF2B5EF4-FFF2-40B4-BE49-F238E27FC236}">
                <a16:creationId xmlns:a16="http://schemas.microsoft.com/office/drawing/2014/main" id="{02391D0C-701A-42DD-9B4C-BE6B79096DB2}"/>
              </a:ext>
            </a:extLst>
          </p:cNvPr>
          <p:cNvSpPr>
            <a:spLocks noGrp="1"/>
          </p:cNvSpPr>
          <p:nvPr>
            <p:ph type="sldNum" sz="quarter" idx="4"/>
          </p:nvPr>
        </p:nvSpPr>
        <p:spPr/>
        <p:txBody>
          <a:bodyPr/>
          <a:lstStyle/>
          <a:p>
            <a:pPr rtl="0"/>
            <a:fld id="{B5CEABB6-07DC-46E8-9B57-56EC44A396E5}" type="slidenum">
              <a:rPr lang="es-ES" smtClean="0"/>
              <a:pPr rtl="0"/>
              <a:t>88</a:t>
            </a:fld>
            <a:endParaRPr lang="es-ES" dirty="0"/>
          </a:p>
        </p:txBody>
      </p:sp>
      <p:sp>
        <p:nvSpPr>
          <p:cNvPr id="11" name="Título 4">
            <a:extLst>
              <a:ext uri="{FF2B5EF4-FFF2-40B4-BE49-F238E27FC236}">
                <a16:creationId xmlns:a16="http://schemas.microsoft.com/office/drawing/2014/main" id="{47EA2875-A9A6-464D-A24A-1AA23A4EBAC0}"/>
              </a:ext>
            </a:extLst>
          </p:cNvPr>
          <p:cNvSpPr>
            <a:spLocks noGrp="1"/>
          </p:cNvSpPr>
          <p:nvPr>
            <p:ph type="title"/>
          </p:nvPr>
        </p:nvSpPr>
        <p:spPr>
          <a:xfrm>
            <a:off x="891990" y="434225"/>
            <a:ext cx="9524998" cy="1499627"/>
          </a:xfrm>
        </p:spPr>
        <p:txBody>
          <a:bodyPr/>
          <a:lstStyle/>
          <a:p>
            <a:r>
              <a:rPr lang="es-ES" dirty="0"/>
              <a:t>Parámetro de movimiento</a:t>
            </a:r>
            <a:endParaRPr lang="es-MX" dirty="0"/>
          </a:p>
        </p:txBody>
      </p:sp>
      <p:sp>
        <p:nvSpPr>
          <p:cNvPr id="3" name="CuadroTexto 2">
            <a:extLst>
              <a:ext uri="{FF2B5EF4-FFF2-40B4-BE49-F238E27FC236}">
                <a16:creationId xmlns:a16="http://schemas.microsoft.com/office/drawing/2014/main" id="{A842B282-06AD-4E89-83FF-E4FF23B261BF}"/>
              </a:ext>
            </a:extLst>
          </p:cNvPr>
          <p:cNvSpPr txBox="1"/>
          <p:nvPr/>
        </p:nvSpPr>
        <p:spPr>
          <a:xfrm>
            <a:off x="8208746" y="4847909"/>
            <a:ext cx="1616148" cy="461665"/>
          </a:xfrm>
          <a:prstGeom prst="rect">
            <a:avLst/>
          </a:prstGeom>
          <a:noFill/>
        </p:spPr>
        <p:txBody>
          <a:bodyPr wrap="none" rtlCol="0">
            <a:spAutoFit/>
          </a:bodyPr>
          <a:lstStyle/>
          <a:p>
            <a:r>
              <a:rPr lang="es-ES" sz="2400" dirty="0" err="1"/>
              <a:t>GetAngle</a:t>
            </a:r>
            <a:r>
              <a:rPr lang="es-ES" sz="2400" dirty="0"/>
              <a:t>()</a:t>
            </a:r>
            <a:endParaRPr lang="es-MX" sz="2400" dirty="0"/>
          </a:p>
        </p:txBody>
      </p:sp>
      <p:sp>
        <p:nvSpPr>
          <p:cNvPr id="4" name="CuadroTexto 3">
            <a:extLst>
              <a:ext uri="{FF2B5EF4-FFF2-40B4-BE49-F238E27FC236}">
                <a16:creationId xmlns:a16="http://schemas.microsoft.com/office/drawing/2014/main" id="{E2FD88F5-FDB9-4BC7-B2FC-567F467635DA}"/>
              </a:ext>
            </a:extLst>
          </p:cNvPr>
          <p:cNvSpPr txBox="1"/>
          <p:nvPr/>
        </p:nvSpPr>
        <p:spPr>
          <a:xfrm>
            <a:off x="8274822" y="2698383"/>
            <a:ext cx="1483996" cy="461665"/>
          </a:xfrm>
          <a:prstGeom prst="rect">
            <a:avLst/>
          </a:prstGeom>
          <a:noFill/>
        </p:spPr>
        <p:txBody>
          <a:bodyPr wrap="none" rtlCol="0">
            <a:spAutoFit/>
          </a:bodyPr>
          <a:lstStyle/>
          <a:p>
            <a:r>
              <a:rPr lang="es-ES" sz="2400" dirty="0" err="1"/>
              <a:t>GetPose</a:t>
            </a:r>
            <a:r>
              <a:rPr lang="es-ES" sz="2400" dirty="0"/>
              <a:t>()</a:t>
            </a:r>
            <a:endParaRPr lang="es-MX" sz="2400" dirty="0"/>
          </a:p>
        </p:txBody>
      </p:sp>
      <p:pic>
        <p:nvPicPr>
          <p:cNvPr id="7" name="Imagen 6">
            <a:extLst>
              <a:ext uri="{FF2B5EF4-FFF2-40B4-BE49-F238E27FC236}">
                <a16:creationId xmlns:a16="http://schemas.microsoft.com/office/drawing/2014/main" id="{0F331155-E86C-4916-9092-1B7CB538B255}"/>
              </a:ext>
            </a:extLst>
          </p:cNvPr>
          <p:cNvPicPr>
            <a:picLocks noChangeAspect="1"/>
          </p:cNvPicPr>
          <p:nvPr/>
        </p:nvPicPr>
        <p:blipFill>
          <a:blip r:embed="rId2"/>
          <a:stretch>
            <a:fillRect/>
          </a:stretch>
        </p:blipFill>
        <p:spPr>
          <a:xfrm>
            <a:off x="-7543" y="-25563"/>
            <a:ext cx="888053" cy="900000"/>
          </a:xfrm>
          <a:prstGeom prst="rect">
            <a:avLst/>
          </a:prstGeom>
        </p:spPr>
      </p:pic>
    </p:spTree>
    <p:extLst>
      <p:ext uri="{BB962C8B-B14F-4D97-AF65-F5344CB8AC3E}">
        <p14:creationId xmlns:p14="http://schemas.microsoft.com/office/powerpoint/2010/main" val="1984207985"/>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4">
            <a:extLst>
              <a:ext uri="{FF2B5EF4-FFF2-40B4-BE49-F238E27FC236}">
                <a16:creationId xmlns:a16="http://schemas.microsoft.com/office/drawing/2014/main" id="{44502753-8D89-46E8-84C8-0FD500EECD4D}"/>
              </a:ext>
            </a:extLst>
          </p:cNvPr>
          <p:cNvSpPr>
            <a:spLocks noGrp="1"/>
          </p:cNvSpPr>
          <p:nvPr>
            <p:ph type="title"/>
          </p:nvPr>
        </p:nvSpPr>
        <p:spPr/>
        <p:txBody>
          <a:bodyPr/>
          <a:lstStyle/>
          <a:p>
            <a:r>
              <a:rPr lang="es-ES" dirty="0"/>
              <a:t>movimiento relativo</a:t>
            </a:r>
            <a:endParaRPr lang="es-MX" dirty="0"/>
          </a:p>
        </p:txBody>
      </p:sp>
      <p:sp>
        <p:nvSpPr>
          <p:cNvPr id="6" name="Marcador de contenido 5">
            <a:extLst>
              <a:ext uri="{FF2B5EF4-FFF2-40B4-BE49-F238E27FC236}">
                <a16:creationId xmlns:a16="http://schemas.microsoft.com/office/drawing/2014/main" id="{00653504-9548-4389-9CD8-2E4D3C63105D}"/>
              </a:ext>
            </a:extLst>
          </p:cNvPr>
          <p:cNvSpPr>
            <a:spLocks noGrp="1"/>
          </p:cNvSpPr>
          <p:nvPr>
            <p:ph sz="quarter" idx="10"/>
          </p:nvPr>
        </p:nvSpPr>
        <p:spPr>
          <a:xfrm>
            <a:off x="244928" y="2123126"/>
            <a:ext cx="6257366" cy="3914910"/>
          </a:xfrm>
        </p:spPr>
        <p:txBody>
          <a:bodyPr>
            <a:normAutofit/>
          </a:bodyPr>
          <a:lstStyle/>
          <a:p>
            <a:pPr marL="342900" indent="-342900">
              <a:buFont typeface="Arial" panose="020B0604020202020204" pitchFamily="34" charset="0"/>
              <a:buChar char="•"/>
            </a:pPr>
            <a:r>
              <a:rPr lang="es-ES" sz="2400" b="1" dirty="0"/>
              <a:t>RelJoint:</a:t>
            </a:r>
            <a:r>
              <a:rPr lang="es-ES" sz="2400" dirty="0"/>
              <a:t> </a:t>
            </a:r>
            <a:r>
              <a:rPr lang="es-ES" sz="2000" dirty="0"/>
              <a:t>Mueve los ejes J1 a J4 (las articulaciones del robot) desde una posición específica, sumando un ángulo para cada uno. Devuelve una nueva posición con esos cambios.</a:t>
            </a:r>
          </a:p>
          <a:p>
            <a:pPr marL="342900" indent="-342900">
              <a:buFont typeface="Arial" panose="020B0604020202020204" pitchFamily="34" charset="0"/>
              <a:buChar char="•"/>
            </a:pPr>
            <a:r>
              <a:rPr lang="es-ES" sz="2400" b="1" dirty="0" err="1"/>
              <a:t>RelPoint</a:t>
            </a:r>
            <a:r>
              <a:rPr lang="es-ES" sz="2400" b="1" dirty="0"/>
              <a:t>:</a:t>
            </a:r>
            <a:r>
              <a:rPr lang="es-ES" sz="2400" dirty="0"/>
              <a:t> </a:t>
            </a:r>
            <a:r>
              <a:rPr lang="es-ES" sz="2000" dirty="0"/>
              <a:t>Mueve un punto en el espacio cambiando sus valores en X, Y, Z y R (rotación) desde una posición dada. Devuelve una nueva posición con esos desplazamientos en el sistema cartesiano.</a:t>
            </a:r>
            <a:br>
              <a:rPr lang="es-ES" sz="2400" dirty="0"/>
            </a:br>
            <a:endParaRPr lang="es-MX" dirty="0"/>
          </a:p>
        </p:txBody>
      </p:sp>
      <p:sp>
        <p:nvSpPr>
          <p:cNvPr id="2" name="Marcador de número de diapositiva 1">
            <a:extLst>
              <a:ext uri="{FF2B5EF4-FFF2-40B4-BE49-F238E27FC236}">
                <a16:creationId xmlns:a16="http://schemas.microsoft.com/office/drawing/2014/main" id="{BEDFF4E9-A4C4-4EFA-B4D7-41D7BC5BB53D}"/>
              </a:ext>
            </a:extLst>
          </p:cNvPr>
          <p:cNvSpPr>
            <a:spLocks noGrp="1"/>
          </p:cNvSpPr>
          <p:nvPr>
            <p:ph type="sldNum" sz="quarter" idx="4"/>
          </p:nvPr>
        </p:nvSpPr>
        <p:spPr/>
        <p:txBody>
          <a:bodyPr/>
          <a:lstStyle/>
          <a:p>
            <a:pPr rtl="0"/>
            <a:fld id="{B5CEABB6-07DC-46E8-9B57-56EC44A396E5}" type="slidenum">
              <a:rPr lang="es-ES" smtClean="0"/>
              <a:pPr rtl="0"/>
              <a:t>89</a:t>
            </a:fld>
            <a:endParaRPr lang="es-ES" dirty="0"/>
          </a:p>
        </p:txBody>
      </p:sp>
      <p:sp>
        <p:nvSpPr>
          <p:cNvPr id="3" name="CuadroTexto 2">
            <a:extLst>
              <a:ext uri="{FF2B5EF4-FFF2-40B4-BE49-F238E27FC236}">
                <a16:creationId xmlns:a16="http://schemas.microsoft.com/office/drawing/2014/main" id="{20E03528-71AD-47F2-967F-17D4803DA6DA}"/>
              </a:ext>
            </a:extLst>
          </p:cNvPr>
          <p:cNvSpPr txBox="1"/>
          <p:nvPr/>
        </p:nvSpPr>
        <p:spPr>
          <a:xfrm>
            <a:off x="6950447" y="3825527"/>
            <a:ext cx="4996624" cy="369332"/>
          </a:xfrm>
          <a:prstGeom prst="rect">
            <a:avLst/>
          </a:prstGeom>
          <a:noFill/>
        </p:spPr>
        <p:txBody>
          <a:bodyPr wrap="none" rtlCol="0">
            <a:spAutoFit/>
          </a:bodyPr>
          <a:lstStyle/>
          <a:p>
            <a:r>
              <a:rPr lang="es-ES" dirty="0" err="1"/>
              <a:t>RelPoint</a:t>
            </a:r>
            <a:r>
              <a:rPr lang="es-ES" dirty="0"/>
              <a:t>(P, {</a:t>
            </a:r>
            <a:r>
              <a:rPr lang="es-ES" dirty="0" err="1"/>
              <a:t>OffsetX</a:t>
            </a:r>
            <a:r>
              <a:rPr lang="es-ES" dirty="0"/>
              <a:t>, </a:t>
            </a:r>
            <a:r>
              <a:rPr lang="es-ES" dirty="0" err="1"/>
              <a:t>OffsetY</a:t>
            </a:r>
            <a:r>
              <a:rPr lang="es-ES" dirty="0"/>
              <a:t>, </a:t>
            </a:r>
            <a:r>
              <a:rPr lang="es-ES" dirty="0" err="1"/>
              <a:t>OffsetZ</a:t>
            </a:r>
            <a:r>
              <a:rPr lang="es-ES" dirty="0"/>
              <a:t>, </a:t>
            </a:r>
            <a:r>
              <a:rPr lang="es-ES" dirty="0" err="1"/>
              <a:t>OffseetR</a:t>
            </a:r>
            <a:r>
              <a:rPr lang="es-ES" dirty="0"/>
              <a:t>})</a:t>
            </a:r>
            <a:endParaRPr lang="es-MX" dirty="0"/>
          </a:p>
        </p:txBody>
      </p:sp>
      <p:sp>
        <p:nvSpPr>
          <p:cNvPr id="9" name="CuadroTexto 8">
            <a:extLst>
              <a:ext uri="{FF2B5EF4-FFF2-40B4-BE49-F238E27FC236}">
                <a16:creationId xmlns:a16="http://schemas.microsoft.com/office/drawing/2014/main" id="{0A14B805-ABA3-45A0-B1B0-2987559ED1E5}"/>
              </a:ext>
            </a:extLst>
          </p:cNvPr>
          <p:cNvSpPr txBox="1"/>
          <p:nvPr/>
        </p:nvSpPr>
        <p:spPr>
          <a:xfrm>
            <a:off x="7000974" y="2648857"/>
            <a:ext cx="4895571" cy="646331"/>
          </a:xfrm>
          <a:prstGeom prst="rect">
            <a:avLst/>
          </a:prstGeom>
          <a:noFill/>
        </p:spPr>
        <p:txBody>
          <a:bodyPr wrap="none" rtlCol="0">
            <a:spAutoFit/>
          </a:bodyPr>
          <a:lstStyle/>
          <a:p>
            <a:r>
              <a:rPr lang="es-ES" dirty="0" err="1"/>
              <a:t>RelJoint</a:t>
            </a:r>
            <a:r>
              <a:rPr lang="es-ES" dirty="0"/>
              <a:t>(P, {Offset1, Offset2, Offset3, Offseet4})</a:t>
            </a:r>
            <a:endParaRPr lang="es-MX" dirty="0"/>
          </a:p>
          <a:p>
            <a:endParaRPr lang="es-MX" dirty="0"/>
          </a:p>
        </p:txBody>
      </p:sp>
      <p:pic>
        <p:nvPicPr>
          <p:cNvPr id="7" name="Imagen 6">
            <a:extLst>
              <a:ext uri="{FF2B5EF4-FFF2-40B4-BE49-F238E27FC236}">
                <a16:creationId xmlns:a16="http://schemas.microsoft.com/office/drawing/2014/main" id="{702FC35C-9EEA-41C5-9E7D-FAA069656175}"/>
              </a:ext>
            </a:extLst>
          </p:cNvPr>
          <p:cNvPicPr>
            <a:picLocks noChangeAspect="1"/>
          </p:cNvPicPr>
          <p:nvPr/>
        </p:nvPicPr>
        <p:blipFill>
          <a:blip r:embed="rId2"/>
          <a:stretch>
            <a:fillRect/>
          </a:stretch>
        </p:blipFill>
        <p:spPr>
          <a:xfrm>
            <a:off x="-7543" y="-25563"/>
            <a:ext cx="888053" cy="900000"/>
          </a:xfrm>
          <a:prstGeom prst="rect">
            <a:avLst/>
          </a:prstGeom>
        </p:spPr>
      </p:pic>
    </p:spTree>
    <p:extLst>
      <p:ext uri="{BB962C8B-B14F-4D97-AF65-F5344CB8AC3E}">
        <p14:creationId xmlns:p14="http://schemas.microsoft.com/office/powerpoint/2010/main" val="1409444714"/>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4">
            <a:extLst>
              <a:ext uri="{FF2B5EF4-FFF2-40B4-BE49-F238E27FC236}">
                <a16:creationId xmlns:a16="http://schemas.microsoft.com/office/drawing/2014/main" id="{44502753-8D89-46E8-84C8-0FD500EECD4D}"/>
              </a:ext>
            </a:extLst>
          </p:cNvPr>
          <p:cNvSpPr>
            <a:spLocks noGrp="1"/>
          </p:cNvSpPr>
          <p:nvPr>
            <p:ph type="title"/>
          </p:nvPr>
        </p:nvSpPr>
        <p:spPr/>
        <p:txBody>
          <a:bodyPr/>
          <a:lstStyle/>
          <a:p>
            <a:r>
              <a:rPr lang="es-ES" dirty="0"/>
              <a:t>movimiento relativo</a:t>
            </a:r>
            <a:endParaRPr lang="es-MX" dirty="0"/>
          </a:p>
        </p:txBody>
      </p:sp>
      <p:sp>
        <p:nvSpPr>
          <p:cNvPr id="6" name="Marcador de contenido 5">
            <a:extLst>
              <a:ext uri="{FF2B5EF4-FFF2-40B4-BE49-F238E27FC236}">
                <a16:creationId xmlns:a16="http://schemas.microsoft.com/office/drawing/2014/main" id="{00653504-9548-4389-9CD8-2E4D3C63105D}"/>
              </a:ext>
            </a:extLst>
          </p:cNvPr>
          <p:cNvSpPr>
            <a:spLocks noGrp="1"/>
          </p:cNvSpPr>
          <p:nvPr>
            <p:ph sz="quarter" idx="10"/>
          </p:nvPr>
        </p:nvSpPr>
        <p:spPr>
          <a:xfrm>
            <a:off x="244928" y="2123126"/>
            <a:ext cx="6257366" cy="3914910"/>
          </a:xfrm>
        </p:spPr>
        <p:txBody>
          <a:bodyPr>
            <a:normAutofit/>
          </a:bodyPr>
          <a:lstStyle/>
          <a:p>
            <a:pPr marL="342900" indent="-342900">
              <a:buFont typeface="Arial" panose="020B0604020202020204" pitchFamily="34" charset="0"/>
              <a:buChar char="•"/>
            </a:pPr>
            <a:r>
              <a:rPr lang="es-ES" sz="2400" b="1" dirty="0"/>
              <a:t>RelMovJ:</a:t>
            </a:r>
            <a:r>
              <a:rPr lang="es-ES" sz="2400" dirty="0"/>
              <a:t> </a:t>
            </a:r>
            <a:r>
              <a:rPr lang="es-ES" sz="2000" dirty="0"/>
              <a:t>Mueve el robot desde donde está hasta una nueva posición cercana usando un movimiento que junta las articulaciones (movimiento conjunto). La posición nueva se calcula como un desplazamiento relativo desde la posición actual.</a:t>
            </a:r>
          </a:p>
          <a:p>
            <a:pPr marL="342900" indent="-342900">
              <a:buFont typeface="Arial" panose="020B0604020202020204" pitchFamily="34" charset="0"/>
              <a:buChar char="•"/>
            </a:pPr>
            <a:r>
              <a:rPr lang="es-ES" sz="2400" b="1" dirty="0"/>
              <a:t>RelMovL:</a:t>
            </a:r>
            <a:r>
              <a:rPr lang="es-ES" sz="2400" dirty="0"/>
              <a:t> </a:t>
            </a:r>
            <a:r>
              <a:rPr lang="es-ES" sz="2000" dirty="0"/>
              <a:t>Mueve el robot desde donde está hasta una nueva posición cercana en línea recta. La posición nueva también se calcula como un desplazamiento relativo desde la posición actual.</a:t>
            </a:r>
            <a:endParaRPr lang="es-MX" dirty="0"/>
          </a:p>
        </p:txBody>
      </p:sp>
      <p:sp>
        <p:nvSpPr>
          <p:cNvPr id="2" name="Marcador de número de diapositiva 1">
            <a:extLst>
              <a:ext uri="{FF2B5EF4-FFF2-40B4-BE49-F238E27FC236}">
                <a16:creationId xmlns:a16="http://schemas.microsoft.com/office/drawing/2014/main" id="{BEDFF4E9-A4C4-4EFA-B4D7-41D7BC5BB53D}"/>
              </a:ext>
            </a:extLst>
          </p:cNvPr>
          <p:cNvSpPr>
            <a:spLocks noGrp="1"/>
          </p:cNvSpPr>
          <p:nvPr>
            <p:ph type="sldNum" sz="quarter" idx="4"/>
          </p:nvPr>
        </p:nvSpPr>
        <p:spPr/>
        <p:txBody>
          <a:bodyPr/>
          <a:lstStyle/>
          <a:p>
            <a:pPr rtl="0"/>
            <a:fld id="{B5CEABB6-07DC-46E8-9B57-56EC44A396E5}" type="slidenum">
              <a:rPr lang="es-ES" smtClean="0"/>
              <a:pPr rtl="0"/>
              <a:t>90</a:t>
            </a:fld>
            <a:endParaRPr lang="es-ES" dirty="0"/>
          </a:p>
        </p:txBody>
      </p:sp>
      <p:sp>
        <p:nvSpPr>
          <p:cNvPr id="3" name="CuadroTexto 2">
            <a:extLst>
              <a:ext uri="{FF2B5EF4-FFF2-40B4-BE49-F238E27FC236}">
                <a16:creationId xmlns:a16="http://schemas.microsoft.com/office/drawing/2014/main" id="{ACBD6C67-5BCA-4888-B193-7996DC4268BA}"/>
              </a:ext>
            </a:extLst>
          </p:cNvPr>
          <p:cNvSpPr txBox="1"/>
          <p:nvPr/>
        </p:nvSpPr>
        <p:spPr>
          <a:xfrm>
            <a:off x="6278341" y="4205482"/>
            <a:ext cx="5642101" cy="646331"/>
          </a:xfrm>
          <a:prstGeom prst="rect">
            <a:avLst/>
          </a:prstGeom>
          <a:noFill/>
        </p:spPr>
        <p:txBody>
          <a:bodyPr wrap="square" rtlCol="0">
            <a:spAutoFit/>
          </a:bodyPr>
          <a:lstStyle/>
          <a:p>
            <a:r>
              <a:rPr lang="es-ES" dirty="0"/>
              <a:t>RelMovL({</a:t>
            </a:r>
            <a:r>
              <a:rPr lang="es-ES" dirty="0" err="1"/>
              <a:t>OffsetX</a:t>
            </a:r>
            <a:r>
              <a:rPr lang="es-ES" dirty="0"/>
              <a:t>, </a:t>
            </a:r>
            <a:r>
              <a:rPr lang="es-ES" dirty="0" err="1"/>
              <a:t>OffsetY</a:t>
            </a:r>
            <a:r>
              <a:rPr lang="es-ES" dirty="0"/>
              <a:t>, </a:t>
            </a:r>
            <a:r>
              <a:rPr lang="es-ES" dirty="0" err="1"/>
              <a:t>OffsetZ</a:t>
            </a:r>
            <a:r>
              <a:rPr lang="es-ES" dirty="0"/>
              <a:t>, </a:t>
            </a:r>
            <a:r>
              <a:rPr lang="es-ES" dirty="0" err="1"/>
              <a:t>OffseetR</a:t>
            </a:r>
            <a:r>
              <a:rPr lang="es-ES" dirty="0"/>
              <a:t>}, {CP=</a:t>
            </a:r>
            <a:r>
              <a:rPr lang="es-ES" dirty="0">
                <a:solidFill>
                  <a:srgbClr val="FFC000"/>
                </a:solidFill>
              </a:rPr>
              <a:t>1</a:t>
            </a:r>
            <a:r>
              <a:rPr lang="es-ES" dirty="0"/>
              <a:t>, </a:t>
            </a:r>
            <a:r>
              <a:rPr lang="es-ES" dirty="0" err="1"/>
              <a:t>SpeedL</a:t>
            </a:r>
            <a:r>
              <a:rPr lang="es-ES" dirty="0"/>
              <a:t>=</a:t>
            </a:r>
            <a:r>
              <a:rPr lang="es-ES" dirty="0">
                <a:solidFill>
                  <a:srgbClr val="FFC000"/>
                </a:solidFill>
              </a:rPr>
              <a:t>50</a:t>
            </a:r>
            <a:r>
              <a:rPr lang="es-ES" dirty="0"/>
              <a:t>, AccL=</a:t>
            </a:r>
            <a:r>
              <a:rPr lang="es-ES" dirty="0">
                <a:solidFill>
                  <a:srgbClr val="FFC000"/>
                </a:solidFill>
              </a:rPr>
              <a:t>20</a:t>
            </a:r>
            <a:r>
              <a:rPr lang="es-ES" dirty="0"/>
              <a:t>, SYNC=</a:t>
            </a:r>
            <a:r>
              <a:rPr lang="es-ES" dirty="0">
                <a:solidFill>
                  <a:srgbClr val="FFC000"/>
                </a:solidFill>
              </a:rPr>
              <a:t>0</a:t>
            </a:r>
            <a:r>
              <a:rPr lang="es-ES" dirty="0"/>
              <a:t>})</a:t>
            </a:r>
            <a:endParaRPr lang="es-MX" dirty="0"/>
          </a:p>
        </p:txBody>
      </p:sp>
      <p:sp>
        <p:nvSpPr>
          <p:cNvPr id="4" name="CuadroTexto 3">
            <a:extLst>
              <a:ext uri="{FF2B5EF4-FFF2-40B4-BE49-F238E27FC236}">
                <a16:creationId xmlns:a16="http://schemas.microsoft.com/office/drawing/2014/main" id="{A24371E7-FD76-4B9D-8256-8E4828164584}"/>
              </a:ext>
            </a:extLst>
          </p:cNvPr>
          <p:cNvSpPr txBox="1"/>
          <p:nvPr/>
        </p:nvSpPr>
        <p:spPr>
          <a:xfrm>
            <a:off x="6278341" y="2505670"/>
            <a:ext cx="5642101" cy="923330"/>
          </a:xfrm>
          <a:prstGeom prst="rect">
            <a:avLst/>
          </a:prstGeom>
          <a:noFill/>
        </p:spPr>
        <p:txBody>
          <a:bodyPr wrap="square" rtlCol="0">
            <a:spAutoFit/>
          </a:bodyPr>
          <a:lstStyle/>
          <a:p>
            <a:r>
              <a:rPr lang="es-ES" dirty="0"/>
              <a:t>RelMovL({</a:t>
            </a:r>
            <a:r>
              <a:rPr lang="es-ES" dirty="0" err="1"/>
              <a:t>OffsetX</a:t>
            </a:r>
            <a:r>
              <a:rPr lang="es-ES" dirty="0"/>
              <a:t>, </a:t>
            </a:r>
            <a:r>
              <a:rPr lang="es-ES" dirty="0" err="1"/>
              <a:t>OffsetY</a:t>
            </a:r>
            <a:r>
              <a:rPr lang="es-ES" dirty="0"/>
              <a:t>, </a:t>
            </a:r>
            <a:r>
              <a:rPr lang="es-ES" dirty="0" err="1"/>
              <a:t>OffsetZ</a:t>
            </a:r>
            <a:r>
              <a:rPr lang="es-ES" dirty="0"/>
              <a:t>, </a:t>
            </a:r>
            <a:r>
              <a:rPr lang="es-ES" dirty="0" err="1"/>
              <a:t>OffseetR</a:t>
            </a:r>
            <a:r>
              <a:rPr lang="es-ES" dirty="0"/>
              <a:t>}, {CP=</a:t>
            </a:r>
            <a:r>
              <a:rPr lang="es-ES" dirty="0">
                <a:solidFill>
                  <a:srgbClr val="FFC000"/>
                </a:solidFill>
              </a:rPr>
              <a:t>1</a:t>
            </a:r>
            <a:r>
              <a:rPr lang="es-ES" dirty="0"/>
              <a:t>, </a:t>
            </a:r>
            <a:r>
              <a:rPr lang="es-ES" dirty="0" err="1"/>
              <a:t>SpeedL</a:t>
            </a:r>
            <a:r>
              <a:rPr lang="es-ES" dirty="0"/>
              <a:t>=</a:t>
            </a:r>
            <a:r>
              <a:rPr lang="es-ES" dirty="0">
                <a:solidFill>
                  <a:srgbClr val="FFC000"/>
                </a:solidFill>
              </a:rPr>
              <a:t>50</a:t>
            </a:r>
            <a:r>
              <a:rPr lang="es-ES" dirty="0"/>
              <a:t>, AccL=</a:t>
            </a:r>
            <a:r>
              <a:rPr lang="es-ES" dirty="0">
                <a:solidFill>
                  <a:srgbClr val="FFC000"/>
                </a:solidFill>
              </a:rPr>
              <a:t>20</a:t>
            </a:r>
            <a:r>
              <a:rPr lang="es-ES" dirty="0"/>
              <a:t>, SYNC=</a:t>
            </a:r>
            <a:r>
              <a:rPr lang="es-ES" dirty="0">
                <a:solidFill>
                  <a:srgbClr val="FFC000"/>
                </a:solidFill>
              </a:rPr>
              <a:t>0</a:t>
            </a:r>
            <a:r>
              <a:rPr lang="es-ES" dirty="0"/>
              <a:t>})</a:t>
            </a:r>
            <a:endParaRPr lang="es-MX" dirty="0"/>
          </a:p>
          <a:p>
            <a:endParaRPr lang="es-MX" dirty="0"/>
          </a:p>
        </p:txBody>
      </p:sp>
      <p:pic>
        <p:nvPicPr>
          <p:cNvPr id="7" name="Imagen 6">
            <a:extLst>
              <a:ext uri="{FF2B5EF4-FFF2-40B4-BE49-F238E27FC236}">
                <a16:creationId xmlns:a16="http://schemas.microsoft.com/office/drawing/2014/main" id="{59049561-FA4D-4FBE-8C92-859D1C0A3E9A}"/>
              </a:ext>
            </a:extLst>
          </p:cNvPr>
          <p:cNvPicPr>
            <a:picLocks noChangeAspect="1"/>
          </p:cNvPicPr>
          <p:nvPr/>
        </p:nvPicPr>
        <p:blipFill>
          <a:blip r:embed="rId2"/>
          <a:stretch>
            <a:fillRect/>
          </a:stretch>
        </p:blipFill>
        <p:spPr>
          <a:xfrm>
            <a:off x="-7543" y="-25563"/>
            <a:ext cx="888053" cy="900000"/>
          </a:xfrm>
          <a:prstGeom prst="rect">
            <a:avLst/>
          </a:prstGeom>
        </p:spPr>
      </p:pic>
    </p:spTree>
    <p:extLst>
      <p:ext uri="{BB962C8B-B14F-4D97-AF65-F5344CB8AC3E}">
        <p14:creationId xmlns:p14="http://schemas.microsoft.com/office/powerpoint/2010/main" val="1657648540"/>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4">
            <a:extLst>
              <a:ext uri="{FF2B5EF4-FFF2-40B4-BE49-F238E27FC236}">
                <a16:creationId xmlns:a16="http://schemas.microsoft.com/office/drawing/2014/main" id="{44502753-8D89-46E8-84C8-0FD500EECD4D}"/>
              </a:ext>
            </a:extLst>
          </p:cNvPr>
          <p:cNvSpPr>
            <a:spLocks noGrp="1"/>
          </p:cNvSpPr>
          <p:nvPr>
            <p:ph type="title"/>
          </p:nvPr>
        </p:nvSpPr>
        <p:spPr/>
        <p:txBody>
          <a:bodyPr/>
          <a:lstStyle/>
          <a:p>
            <a:r>
              <a:rPr lang="es-ES" dirty="0"/>
              <a:t>io</a:t>
            </a:r>
            <a:endParaRPr lang="es-MX" dirty="0"/>
          </a:p>
        </p:txBody>
      </p:sp>
      <p:sp>
        <p:nvSpPr>
          <p:cNvPr id="6" name="Marcador de contenido 5">
            <a:extLst>
              <a:ext uri="{FF2B5EF4-FFF2-40B4-BE49-F238E27FC236}">
                <a16:creationId xmlns:a16="http://schemas.microsoft.com/office/drawing/2014/main" id="{00653504-9548-4389-9CD8-2E4D3C63105D}"/>
              </a:ext>
            </a:extLst>
          </p:cNvPr>
          <p:cNvSpPr>
            <a:spLocks noGrp="1"/>
          </p:cNvSpPr>
          <p:nvPr>
            <p:ph sz="quarter" idx="10"/>
          </p:nvPr>
        </p:nvSpPr>
        <p:spPr>
          <a:xfrm>
            <a:off x="244928" y="2123126"/>
            <a:ext cx="6257366" cy="3914910"/>
          </a:xfrm>
        </p:spPr>
        <p:txBody>
          <a:bodyPr>
            <a:normAutofit/>
          </a:bodyPr>
          <a:lstStyle/>
          <a:p>
            <a:pPr marL="342900" indent="-342900">
              <a:buFont typeface="Arial" panose="020B0604020202020204" pitchFamily="34" charset="0"/>
              <a:buChar char="•"/>
            </a:pPr>
            <a:r>
              <a:rPr lang="es-ES" sz="2800" b="1" dirty="0"/>
              <a:t>DI:</a:t>
            </a:r>
            <a:r>
              <a:rPr lang="es-ES" sz="2800" dirty="0"/>
              <a:t> </a:t>
            </a:r>
            <a:r>
              <a:rPr lang="es-ES" sz="2400" dirty="0"/>
              <a:t>Obtiene el estado actual (encendido o apagado) de un puerto de entrada digital.</a:t>
            </a:r>
          </a:p>
          <a:p>
            <a:pPr marL="342900" indent="-342900">
              <a:buFont typeface="Arial" panose="020B0604020202020204" pitchFamily="34" charset="0"/>
              <a:buChar char="•"/>
            </a:pPr>
            <a:br>
              <a:rPr lang="es-ES" sz="2800" dirty="0"/>
            </a:br>
            <a:r>
              <a:rPr lang="es-ES" sz="2800" b="1" dirty="0"/>
              <a:t>DO:</a:t>
            </a:r>
            <a:r>
              <a:rPr lang="es-ES" sz="2800" dirty="0"/>
              <a:t> </a:t>
            </a:r>
            <a:r>
              <a:rPr lang="es-ES" sz="2400" dirty="0"/>
              <a:t>Configura el estado (enciende o apaga) de un puerto de salida digital.</a:t>
            </a:r>
          </a:p>
          <a:p>
            <a:pPr marL="342900" indent="-342900">
              <a:buFont typeface="Arial" panose="020B0604020202020204" pitchFamily="34" charset="0"/>
              <a:buChar char="•"/>
            </a:pPr>
            <a:endParaRPr lang="es-ES" sz="2800" dirty="0"/>
          </a:p>
        </p:txBody>
      </p:sp>
      <p:sp>
        <p:nvSpPr>
          <p:cNvPr id="2" name="Marcador de número de diapositiva 1">
            <a:extLst>
              <a:ext uri="{FF2B5EF4-FFF2-40B4-BE49-F238E27FC236}">
                <a16:creationId xmlns:a16="http://schemas.microsoft.com/office/drawing/2014/main" id="{B183FA09-3AA1-4857-A3AC-74B016222729}"/>
              </a:ext>
            </a:extLst>
          </p:cNvPr>
          <p:cNvSpPr>
            <a:spLocks noGrp="1"/>
          </p:cNvSpPr>
          <p:nvPr>
            <p:ph type="sldNum" sz="quarter" idx="4"/>
          </p:nvPr>
        </p:nvSpPr>
        <p:spPr/>
        <p:txBody>
          <a:bodyPr/>
          <a:lstStyle/>
          <a:p>
            <a:pPr rtl="0"/>
            <a:fld id="{B5CEABB6-07DC-46E8-9B57-56EC44A396E5}" type="slidenum">
              <a:rPr lang="es-ES" smtClean="0"/>
              <a:pPr rtl="0"/>
              <a:t>91</a:t>
            </a:fld>
            <a:endParaRPr lang="es-ES" dirty="0"/>
          </a:p>
        </p:txBody>
      </p:sp>
      <p:sp>
        <p:nvSpPr>
          <p:cNvPr id="3" name="CuadroTexto 2">
            <a:extLst>
              <a:ext uri="{FF2B5EF4-FFF2-40B4-BE49-F238E27FC236}">
                <a16:creationId xmlns:a16="http://schemas.microsoft.com/office/drawing/2014/main" id="{C8935FE5-9C6C-4091-A0B1-16CF6A237A18}"/>
              </a:ext>
            </a:extLst>
          </p:cNvPr>
          <p:cNvSpPr txBox="1"/>
          <p:nvPr/>
        </p:nvSpPr>
        <p:spPr>
          <a:xfrm>
            <a:off x="7549991" y="3618916"/>
            <a:ext cx="2590196" cy="461665"/>
          </a:xfrm>
          <a:prstGeom prst="rect">
            <a:avLst/>
          </a:prstGeom>
          <a:noFill/>
        </p:spPr>
        <p:txBody>
          <a:bodyPr wrap="none" rtlCol="0">
            <a:spAutoFit/>
          </a:bodyPr>
          <a:lstStyle/>
          <a:p>
            <a:r>
              <a:rPr lang="es-ES" sz="2400" dirty="0"/>
              <a:t>DO(</a:t>
            </a:r>
            <a:r>
              <a:rPr lang="es-ES" sz="2400" dirty="0" err="1"/>
              <a:t>index,ON|OFF</a:t>
            </a:r>
            <a:r>
              <a:rPr lang="es-ES" sz="2400" dirty="0"/>
              <a:t>)</a:t>
            </a:r>
            <a:endParaRPr lang="es-MX" sz="2400" dirty="0"/>
          </a:p>
        </p:txBody>
      </p:sp>
      <p:sp>
        <p:nvSpPr>
          <p:cNvPr id="4" name="CuadroTexto 3">
            <a:extLst>
              <a:ext uri="{FF2B5EF4-FFF2-40B4-BE49-F238E27FC236}">
                <a16:creationId xmlns:a16="http://schemas.microsoft.com/office/drawing/2014/main" id="{BC50C8C9-C9EC-4CE5-AD85-8037524F5E16}"/>
              </a:ext>
            </a:extLst>
          </p:cNvPr>
          <p:cNvSpPr txBox="1"/>
          <p:nvPr/>
        </p:nvSpPr>
        <p:spPr>
          <a:xfrm>
            <a:off x="8146692" y="2314718"/>
            <a:ext cx="1396793" cy="461665"/>
          </a:xfrm>
          <a:prstGeom prst="rect">
            <a:avLst/>
          </a:prstGeom>
          <a:noFill/>
        </p:spPr>
        <p:txBody>
          <a:bodyPr wrap="none" rtlCol="0">
            <a:spAutoFit/>
          </a:bodyPr>
          <a:lstStyle/>
          <a:p>
            <a:r>
              <a:rPr lang="es-ES" sz="2400" dirty="0"/>
              <a:t>DI(</a:t>
            </a:r>
            <a:r>
              <a:rPr lang="es-ES" sz="2400" dirty="0" err="1"/>
              <a:t>index</a:t>
            </a:r>
            <a:r>
              <a:rPr lang="es-ES" sz="2400" dirty="0"/>
              <a:t>)</a:t>
            </a:r>
            <a:endParaRPr lang="es-MX" sz="2400" dirty="0"/>
          </a:p>
        </p:txBody>
      </p:sp>
      <p:pic>
        <p:nvPicPr>
          <p:cNvPr id="7" name="Imagen 6">
            <a:extLst>
              <a:ext uri="{FF2B5EF4-FFF2-40B4-BE49-F238E27FC236}">
                <a16:creationId xmlns:a16="http://schemas.microsoft.com/office/drawing/2014/main" id="{7481228F-E892-47E5-852C-03EED8332A9F}"/>
              </a:ext>
            </a:extLst>
          </p:cNvPr>
          <p:cNvPicPr>
            <a:picLocks noChangeAspect="1"/>
          </p:cNvPicPr>
          <p:nvPr/>
        </p:nvPicPr>
        <p:blipFill>
          <a:blip r:embed="rId2"/>
          <a:stretch>
            <a:fillRect/>
          </a:stretch>
        </p:blipFill>
        <p:spPr>
          <a:xfrm>
            <a:off x="-7543" y="-25563"/>
            <a:ext cx="888053" cy="900000"/>
          </a:xfrm>
          <a:prstGeom prst="rect">
            <a:avLst/>
          </a:prstGeom>
        </p:spPr>
      </p:pic>
    </p:spTree>
    <p:extLst>
      <p:ext uri="{BB962C8B-B14F-4D97-AF65-F5344CB8AC3E}">
        <p14:creationId xmlns:p14="http://schemas.microsoft.com/office/powerpoint/2010/main" val="1767377216"/>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4">
            <a:extLst>
              <a:ext uri="{FF2B5EF4-FFF2-40B4-BE49-F238E27FC236}">
                <a16:creationId xmlns:a16="http://schemas.microsoft.com/office/drawing/2014/main" id="{44502753-8D89-46E8-84C8-0FD500EECD4D}"/>
              </a:ext>
            </a:extLst>
          </p:cNvPr>
          <p:cNvSpPr>
            <a:spLocks noGrp="1"/>
          </p:cNvSpPr>
          <p:nvPr>
            <p:ph type="title"/>
          </p:nvPr>
        </p:nvSpPr>
        <p:spPr/>
        <p:txBody>
          <a:bodyPr/>
          <a:lstStyle/>
          <a:p>
            <a:r>
              <a:rPr lang="es-ES" dirty="0"/>
              <a:t>io</a:t>
            </a:r>
            <a:endParaRPr lang="es-MX" dirty="0"/>
          </a:p>
        </p:txBody>
      </p:sp>
      <p:sp>
        <p:nvSpPr>
          <p:cNvPr id="6" name="Marcador de contenido 5">
            <a:extLst>
              <a:ext uri="{FF2B5EF4-FFF2-40B4-BE49-F238E27FC236}">
                <a16:creationId xmlns:a16="http://schemas.microsoft.com/office/drawing/2014/main" id="{00653504-9548-4389-9CD8-2E4D3C63105D}"/>
              </a:ext>
            </a:extLst>
          </p:cNvPr>
          <p:cNvSpPr>
            <a:spLocks noGrp="1"/>
          </p:cNvSpPr>
          <p:nvPr>
            <p:ph sz="quarter" idx="10"/>
          </p:nvPr>
        </p:nvSpPr>
        <p:spPr>
          <a:xfrm>
            <a:off x="244928" y="2123126"/>
            <a:ext cx="6257366" cy="3914910"/>
          </a:xfrm>
        </p:spPr>
        <p:txBody>
          <a:bodyPr>
            <a:normAutofit/>
          </a:bodyPr>
          <a:lstStyle/>
          <a:p>
            <a:pPr marL="342900" indent="-342900">
              <a:buFont typeface="Arial" panose="020B0604020202020204" pitchFamily="34" charset="0"/>
              <a:buChar char="•"/>
            </a:pPr>
            <a:r>
              <a:rPr lang="es-ES" sz="2400" b="1" dirty="0"/>
              <a:t>DOInstantáneo:</a:t>
            </a:r>
            <a:r>
              <a:rPr lang="es-ES" sz="2400" dirty="0"/>
              <a:t> </a:t>
            </a:r>
            <a:r>
              <a:rPr lang="es-ES" sz="2000" dirty="0"/>
              <a:t>Mueve el robot desde su posición actual hasta una nueva posición cercana usando un movimiento conjunto punto a punto en coordenadas cartesianas.</a:t>
            </a:r>
          </a:p>
          <a:p>
            <a:pPr marL="342900" indent="-342900">
              <a:buFont typeface="Arial" panose="020B0604020202020204" pitchFamily="34" charset="0"/>
              <a:buChar char="•"/>
            </a:pPr>
            <a:r>
              <a:rPr lang="es-ES" sz="2400" b="1" dirty="0"/>
              <a:t>HerramientaDI:</a:t>
            </a:r>
            <a:r>
              <a:rPr lang="es-ES" sz="2400" dirty="0"/>
              <a:t> </a:t>
            </a:r>
            <a:r>
              <a:rPr lang="es-ES" sz="2000" dirty="0"/>
              <a:t>Obtiene el estado (encendido o apagado) del puerto de entrada digital que está conectado a la herramienta del robot.</a:t>
            </a:r>
            <a:endParaRPr lang="es-ES" sz="2400" dirty="0"/>
          </a:p>
        </p:txBody>
      </p:sp>
      <p:sp>
        <p:nvSpPr>
          <p:cNvPr id="2" name="Marcador de número de diapositiva 1">
            <a:extLst>
              <a:ext uri="{FF2B5EF4-FFF2-40B4-BE49-F238E27FC236}">
                <a16:creationId xmlns:a16="http://schemas.microsoft.com/office/drawing/2014/main" id="{B183FA09-3AA1-4857-A3AC-74B016222729}"/>
              </a:ext>
            </a:extLst>
          </p:cNvPr>
          <p:cNvSpPr>
            <a:spLocks noGrp="1"/>
          </p:cNvSpPr>
          <p:nvPr>
            <p:ph type="sldNum" sz="quarter" idx="4"/>
          </p:nvPr>
        </p:nvSpPr>
        <p:spPr/>
        <p:txBody>
          <a:bodyPr/>
          <a:lstStyle/>
          <a:p>
            <a:pPr rtl="0"/>
            <a:fld id="{B5CEABB6-07DC-46E8-9B57-56EC44A396E5}" type="slidenum">
              <a:rPr lang="es-ES" smtClean="0"/>
              <a:pPr rtl="0"/>
              <a:t>92</a:t>
            </a:fld>
            <a:endParaRPr lang="es-ES" dirty="0"/>
          </a:p>
        </p:txBody>
      </p:sp>
      <p:sp>
        <p:nvSpPr>
          <p:cNvPr id="3" name="CuadroTexto 2">
            <a:extLst>
              <a:ext uri="{FF2B5EF4-FFF2-40B4-BE49-F238E27FC236}">
                <a16:creationId xmlns:a16="http://schemas.microsoft.com/office/drawing/2014/main" id="{D3688EF2-F49B-452A-985A-DE6776CD6C2B}"/>
              </a:ext>
            </a:extLst>
          </p:cNvPr>
          <p:cNvSpPr txBox="1"/>
          <p:nvPr/>
        </p:nvSpPr>
        <p:spPr>
          <a:xfrm>
            <a:off x="7743910" y="4080581"/>
            <a:ext cx="1940659" cy="461665"/>
          </a:xfrm>
          <a:prstGeom prst="rect">
            <a:avLst/>
          </a:prstGeom>
          <a:noFill/>
        </p:spPr>
        <p:txBody>
          <a:bodyPr wrap="none" rtlCol="0">
            <a:spAutoFit/>
          </a:bodyPr>
          <a:lstStyle/>
          <a:p>
            <a:r>
              <a:rPr lang="es-ES" sz="2400" dirty="0" err="1"/>
              <a:t>ToolDI</a:t>
            </a:r>
            <a:r>
              <a:rPr lang="es-ES" sz="2400" dirty="0"/>
              <a:t>(</a:t>
            </a:r>
            <a:r>
              <a:rPr lang="es-ES" sz="2400" dirty="0" err="1"/>
              <a:t>index</a:t>
            </a:r>
            <a:r>
              <a:rPr lang="es-ES" sz="2400" dirty="0"/>
              <a:t>)</a:t>
            </a:r>
            <a:endParaRPr lang="es-MX" sz="2400" dirty="0"/>
          </a:p>
        </p:txBody>
      </p:sp>
      <p:sp>
        <p:nvSpPr>
          <p:cNvPr id="4" name="CuadroTexto 3">
            <a:extLst>
              <a:ext uri="{FF2B5EF4-FFF2-40B4-BE49-F238E27FC236}">
                <a16:creationId xmlns:a16="http://schemas.microsoft.com/office/drawing/2014/main" id="{8A8BBAF0-BEC0-43BC-A3F0-E4BF19E1748D}"/>
              </a:ext>
            </a:extLst>
          </p:cNvPr>
          <p:cNvSpPr txBox="1"/>
          <p:nvPr/>
        </p:nvSpPr>
        <p:spPr>
          <a:xfrm>
            <a:off x="6953853" y="2776384"/>
            <a:ext cx="3520772" cy="461665"/>
          </a:xfrm>
          <a:prstGeom prst="rect">
            <a:avLst/>
          </a:prstGeom>
          <a:noFill/>
        </p:spPr>
        <p:txBody>
          <a:bodyPr wrap="none" rtlCol="0">
            <a:spAutoFit/>
          </a:bodyPr>
          <a:lstStyle/>
          <a:p>
            <a:r>
              <a:rPr lang="es-ES" sz="2400" dirty="0" err="1"/>
              <a:t>DOInstant</a:t>
            </a:r>
            <a:r>
              <a:rPr lang="es-ES" sz="2400" dirty="0"/>
              <a:t>(</a:t>
            </a:r>
            <a:r>
              <a:rPr lang="es-ES" sz="2400" dirty="0" err="1"/>
              <a:t>index,ON|OFF</a:t>
            </a:r>
            <a:r>
              <a:rPr lang="es-ES" sz="2400" dirty="0"/>
              <a:t>)</a:t>
            </a:r>
            <a:endParaRPr lang="es-MX" sz="2400" dirty="0"/>
          </a:p>
        </p:txBody>
      </p:sp>
      <p:pic>
        <p:nvPicPr>
          <p:cNvPr id="7" name="Imagen 6">
            <a:extLst>
              <a:ext uri="{FF2B5EF4-FFF2-40B4-BE49-F238E27FC236}">
                <a16:creationId xmlns:a16="http://schemas.microsoft.com/office/drawing/2014/main" id="{B996E8AE-0E07-495F-A431-A82C15BBA7F1}"/>
              </a:ext>
            </a:extLst>
          </p:cNvPr>
          <p:cNvPicPr>
            <a:picLocks noChangeAspect="1"/>
          </p:cNvPicPr>
          <p:nvPr/>
        </p:nvPicPr>
        <p:blipFill>
          <a:blip r:embed="rId2"/>
          <a:stretch>
            <a:fillRect/>
          </a:stretch>
        </p:blipFill>
        <p:spPr>
          <a:xfrm>
            <a:off x="-7543" y="-25563"/>
            <a:ext cx="888053" cy="900000"/>
          </a:xfrm>
          <a:prstGeom prst="rect">
            <a:avLst/>
          </a:prstGeom>
        </p:spPr>
      </p:pic>
    </p:spTree>
    <p:extLst>
      <p:ext uri="{BB962C8B-B14F-4D97-AF65-F5344CB8AC3E}">
        <p14:creationId xmlns:p14="http://schemas.microsoft.com/office/powerpoint/2010/main" val="2583199124"/>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4">
            <a:extLst>
              <a:ext uri="{FF2B5EF4-FFF2-40B4-BE49-F238E27FC236}">
                <a16:creationId xmlns:a16="http://schemas.microsoft.com/office/drawing/2014/main" id="{44502753-8D89-46E8-84C8-0FD500EECD4D}"/>
              </a:ext>
            </a:extLst>
          </p:cNvPr>
          <p:cNvSpPr>
            <a:spLocks noGrp="1"/>
          </p:cNvSpPr>
          <p:nvPr>
            <p:ph type="title"/>
          </p:nvPr>
        </p:nvSpPr>
        <p:spPr/>
        <p:txBody>
          <a:bodyPr/>
          <a:lstStyle/>
          <a:p>
            <a:r>
              <a:rPr lang="es-MX" dirty="0"/>
              <a:t>TCP/UDP</a:t>
            </a:r>
          </a:p>
        </p:txBody>
      </p:sp>
      <p:sp>
        <p:nvSpPr>
          <p:cNvPr id="6" name="Marcador de contenido 5">
            <a:extLst>
              <a:ext uri="{FF2B5EF4-FFF2-40B4-BE49-F238E27FC236}">
                <a16:creationId xmlns:a16="http://schemas.microsoft.com/office/drawing/2014/main" id="{00653504-9548-4389-9CD8-2E4D3C63105D}"/>
              </a:ext>
            </a:extLst>
          </p:cNvPr>
          <p:cNvSpPr>
            <a:spLocks noGrp="1"/>
          </p:cNvSpPr>
          <p:nvPr>
            <p:ph sz="quarter" idx="10"/>
          </p:nvPr>
        </p:nvSpPr>
        <p:spPr>
          <a:xfrm>
            <a:off x="244928" y="2123126"/>
            <a:ext cx="6257366" cy="3914910"/>
          </a:xfrm>
        </p:spPr>
        <p:txBody>
          <a:bodyPr>
            <a:normAutofit/>
          </a:bodyPr>
          <a:lstStyle/>
          <a:p>
            <a:pPr marL="342900" indent="-342900">
              <a:buFont typeface="Arial" panose="020B0604020202020204" pitchFamily="34" charset="0"/>
              <a:buChar char="•"/>
            </a:pPr>
            <a:r>
              <a:rPr lang="es-ES" sz="2800" b="1" dirty="0"/>
              <a:t>TCPCrear:</a:t>
            </a:r>
            <a:r>
              <a:rPr lang="es-ES" sz="2800" dirty="0"/>
              <a:t> </a:t>
            </a:r>
            <a:r>
              <a:rPr lang="es-ES" sz="2400" dirty="0"/>
              <a:t>Configura una conexión de red TCP. Solo puede haber una red TCP activa a la vez.</a:t>
            </a:r>
          </a:p>
          <a:p>
            <a:pPr marL="342900" indent="-342900">
              <a:buFont typeface="Arial" panose="020B0604020202020204" pitchFamily="34" charset="0"/>
              <a:buChar char="•"/>
            </a:pPr>
            <a:r>
              <a:rPr lang="es-ES" sz="2800" b="1" dirty="0"/>
              <a:t>TCPInicio:</a:t>
            </a:r>
            <a:r>
              <a:rPr lang="es-ES" sz="2800" dirty="0"/>
              <a:t> </a:t>
            </a:r>
            <a:r>
              <a:rPr lang="es-ES" sz="2400" dirty="0"/>
              <a:t>Inicia la conexión TCP. Si el robot es servidor, espera que un cliente se conecte. Si es cliente, se conecta a un servidor.</a:t>
            </a:r>
            <a:endParaRPr lang="es-ES" sz="2800" dirty="0"/>
          </a:p>
        </p:txBody>
      </p:sp>
      <p:sp>
        <p:nvSpPr>
          <p:cNvPr id="2" name="Marcador de número de diapositiva 1">
            <a:extLst>
              <a:ext uri="{FF2B5EF4-FFF2-40B4-BE49-F238E27FC236}">
                <a16:creationId xmlns:a16="http://schemas.microsoft.com/office/drawing/2014/main" id="{A0C740C4-5941-436E-BCE4-DA72EA2835C9}"/>
              </a:ext>
            </a:extLst>
          </p:cNvPr>
          <p:cNvSpPr>
            <a:spLocks noGrp="1"/>
          </p:cNvSpPr>
          <p:nvPr>
            <p:ph type="sldNum" sz="quarter" idx="4"/>
          </p:nvPr>
        </p:nvSpPr>
        <p:spPr/>
        <p:txBody>
          <a:bodyPr/>
          <a:lstStyle/>
          <a:p>
            <a:pPr rtl="0"/>
            <a:fld id="{B5CEABB6-07DC-46E8-9B57-56EC44A396E5}" type="slidenum">
              <a:rPr lang="es-ES" smtClean="0"/>
              <a:pPr rtl="0"/>
              <a:t>93</a:t>
            </a:fld>
            <a:endParaRPr lang="es-ES" dirty="0"/>
          </a:p>
        </p:txBody>
      </p:sp>
      <p:sp>
        <p:nvSpPr>
          <p:cNvPr id="3" name="CuadroTexto 2">
            <a:extLst>
              <a:ext uri="{FF2B5EF4-FFF2-40B4-BE49-F238E27FC236}">
                <a16:creationId xmlns:a16="http://schemas.microsoft.com/office/drawing/2014/main" id="{5B379540-A320-4665-8232-0B7535A2E713}"/>
              </a:ext>
            </a:extLst>
          </p:cNvPr>
          <p:cNvSpPr txBox="1"/>
          <p:nvPr/>
        </p:nvSpPr>
        <p:spPr>
          <a:xfrm>
            <a:off x="7183484" y="4080581"/>
            <a:ext cx="3609706" cy="461665"/>
          </a:xfrm>
          <a:prstGeom prst="rect">
            <a:avLst/>
          </a:prstGeom>
          <a:noFill/>
        </p:spPr>
        <p:txBody>
          <a:bodyPr wrap="none" rtlCol="0">
            <a:spAutoFit/>
          </a:bodyPr>
          <a:lstStyle/>
          <a:p>
            <a:r>
              <a:rPr lang="es-ES" sz="2400" dirty="0" err="1"/>
              <a:t>TCPStart</a:t>
            </a:r>
            <a:r>
              <a:rPr lang="es-ES" sz="2400" dirty="0"/>
              <a:t>(socket, </a:t>
            </a:r>
            <a:r>
              <a:rPr lang="es-ES" sz="2400" dirty="0" err="1"/>
              <a:t>timeout</a:t>
            </a:r>
            <a:r>
              <a:rPr lang="es-ES" sz="2400" dirty="0"/>
              <a:t>)</a:t>
            </a:r>
            <a:endParaRPr lang="es-MX" sz="2400" dirty="0"/>
          </a:p>
        </p:txBody>
      </p:sp>
      <p:sp>
        <p:nvSpPr>
          <p:cNvPr id="4" name="CuadroTexto 3">
            <a:extLst>
              <a:ext uri="{FF2B5EF4-FFF2-40B4-BE49-F238E27FC236}">
                <a16:creationId xmlns:a16="http://schemas.microsoft.com/office/drawing/2014/main" id="{603CD828-2ED4-4129-87AB-8F975F34701B}"/>
              </a:ext>
            </a:extLst>
          </p:cNvPr>
          <p:cNvSpPr txBox="1"/>
          <p:nvPr/>
        </p:nvSpPr>
        <p:spPr>
          <a:xfrm>
            <a:off x="7183484" y="2314719"/>
            <a:ext cx="3736087" cy="461665"/>
          </a:xfrm>
          <a:prstGeom prst="rect">
            <a:avLst/>
          </a:prstGeom>
          <a:noFill/>
        </p:spPr>
        <p:txBody>
          <a:bodyPr wrap="none" rtlCol="0">
            <a:spAutoFit/>
          </a:bodyPr>
          <a:lstStyle/>
          <a:p>
            <a:r>
              <a:rPr lang="es-ES" sz="2400" dirty="0" err="1"/>
              <a:t>TCPCrete</a:t>
            </a:r>
            <a:r>
              <a:rPr lang="es-ES" sz="2400" dirty="0"/>
              <a:t>(</a:t>
            </a:r>
            <a:r>
              <a:rPr lang="es-ES" sz="2400" dirty="0" err="1"/>
              <a:t>isServer</a:t>
            </a:r>
            <a:r>
              <a:rPr lang="es-ES" sz="2400" dirty="0"/>
              <a:t>, IP, </a:t>
            </a:r>
            <a:r>
              <a:rPr lang="es-ES" sz="2400" dirty="0" err="1"/>
              <a:t>port</a:t>
            </a:r>
            <a:r>
              <a:rPr lang="es-ES" sz="2400" dirty="0"/>
              <a:t>)</a:t>
            </a:r>
            <a:endParaRPr lang="es-MX" sz="2400" dirty="0"/>
          </a:p>
        </p:txBody>
      </p:sp>
      <p:pic>
        <p:nvPicPr>
          <p:cNvPr id="7" name="Imagen 6">
            <a:extLst>
              <a:ext uri="{FF2B5EF4-FFF2-40B4-BE49-F238E27FC236}">
                <a16:creationId xmlns:a16="http://schemas.microsoft.com/office/drawing/2014/main" id="{83A4EFCD-9807-4DEF-911E-E2EC545587C2}"/>
              </a:ext>
            </a:extLst>
          </p:cNvPr>
          <p:cNvPicPr>
            <a:picLocks noChangeAspect="1"/>
          </p:cNvPicPr>
          <p:nvPr/>
        </p:nvPicPr>
        <p:blipFill>
          <a:blip r:embed="rId2"/>
          <a:stretch>
            <a:fillRect/>
          </a:stretch>
        </p:blipFill>
        <p:spPr>
          <a:xfrm>
            <a:off x="-7543" y="-25563"/>
            <a:ext cx="888053" cy="900000"/>
          </a:xfrm>
          <a:prstGeom prst="rect">
            <a:avLst/>
          </a:prstGeom>
        </p:spPr>
      </p:pic>
    </p:spTree>
    <p:extLst>
      <p:ext uri="{BB962C8B-B14F-4D97-AF65-F5344CB8AC3E}">
        <p14:creationId xmlns:p14="http://schemas.microsoft.com/office/powerpoint/2010/main" val="1255001722"/>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4">
            <a:extLst>
              <a:ext uri="{FF2B5EF4-FFF2-40B4-BE49-F238E27FC236}">
                <a16:creationId xmlns:a16="http://schemas.microsoft.com/office/drawing/2014/main" id="{44502753-8D89-46E8-84C8-0FD500EECD4D}"/>
              </a:ext>
            </a:extLst>
          </p:cNvPr>
          <p:cNvSpPr>
            <a:spLocks noGrp="1"/>
          </p:cNvSpPr>
          <p:nvPr>
            <p:ph type="title"/>
          </p:nvPr>
        </p:nvSpPr>
        <p:spPr/>
        <p:txBody>
          <a:bodyPr/>
          <a:lstStyle/>
          <a:p>
            <a:r>
              <a:rPr lang="es-MX" dirty="0"/>
              <a:t>TCP/UDP</a:t>
            </a:r>
          </a:p>
        </p:txBody>
      </p:sp>
      <p:sp>
        <p:nvSpPr>
          <p:cNvPr id="6" name="Marcador de contenido 5">
            <a:extLst>
              <a:ext uri="{FF2B5EF4-FFF2-40B4-BE49-F238E27FC236}">
                <a16:creationId xmlns:a16="http://schemas.microsoft.com/office/drawing/2014/main" id="{00653504-9548-4389-9CD8-2E4D3C63105D}"/>
              </a:ext>
            </a:extLst>
          </p:cNvPr>
          <p:cNvSpPr>
            <a:spLocks noGrp="1"/>
          </p:cNvSpPr>
          <p:nvPr>
            <p:ph sz="quarter" idx="10"/>
          </p:nvPr>
        </p:nvSpPr>
        <p:spPr>
          <a:xfrm>
            <a:off x="244928" y="2123126"/>
            <a:ext cx="6257366" cy="3914910"/>
          </a:xfrm>
        </p:spPr>
        <p:txBody>
          <a:bodyPr>
            <a:normAutofit/>
          </a:bodyPr>
          <a:lstStyle/>
          <a:p>
            <a:pPr marL="342900" indent="-342900">
              <a:buFont typeface="Arial" panose="020B0604020202020204" pitchFamily="34" charset="0"/>
              <a:buChar char="•"/>
            </a:pPr>
            <a:r>
              <a:rPr lang="es-ES" sz="2800" b="1" dirty="0"/>
              <a:t>TCPLeer:</a:t>
            </a:r>
            <a:r>
              <a:rPr lang="es-ES" sz="2800" dirty="0"/>
              <a:t> </a:t>
            </a:r>
            <a:r>
              <a:rPr lang="es-ES" sz="2400" dirty="0"/>
              <a:t>Recibe datos desde la conexión TCP que está activa.</a:t>
            </a:r>
          </a:p>
          <a:p>
            <a:pPr marL="342900" indent="-342900">
              <a:buFont typeface="Arial" panose="020B0604020202020204" pitchFamily="34" charset="0"/>
              <a:buChar char="•"/>
            </a:pPr>
            <a:r>
              <a:rPr lang="es-ES" sz="2800" b="1" dirty="0"/>
              <a:t>TCPEscribir:</a:t>
            </a:r>
            <a:r>
              <a:rPr lang="es-ES" sz="2800" dirty="0"/>
              <a:t> </a:t>
            </a:r>
            <a:r>
              <a:rPr lang="es-ES" sz="2400" dirty="0"/>
              <a:t>Envía datos a través de la conexión TCP hacia el dispositivo conectado.</a:t>
            </a:r>
          </a:p>
          <a:p>
            <a:pPr marL="342900" indent="-342900">
              <a:buFont typeface="Arial" panose="020B0604020202020204" pitchFamily="34" charset="0"/>
              <a:buChar char="•"/>
            </a:pPr>
            <a:r>
              <a:rPr lang="es-ES" sz="2800" b="1" dirty="0"/>
              <a:t>TCPDestruir:</a:t>
            </a:r>
            <a:r>
              <a:rPr lang="es-ES" sz="2800" dirty="0"/>
              <a:t> </a:t>
            </a:r>
            <a:r>
              <a:rPr lang="es-ES" sz="2400" dirty="0"/>
              <a:t>Cierra la conexión TCP y elimina el socket usado para comunicarse.</a:t>
            </a:r>
          </a:p>
          <a:p>
            <a:pPr marL="342900" indent="-342900">
              <a:buFont typeface="Arial" panose="020B0604020202020204" pitchFamily="34" charset="0"/>
              <a:buChar char="•"/>
            </a:pPr>
            <a:endParaRPr lang="es-MX" sz="2800" dirty="0"/>
          </a:p>
        </p:txBody>
      </p:sp>
      <p:sp>
        <p:nvSpPr>
          <p:cNvPr id="2" name="Marcador de número de diapositiva 1">
            <a:extLst>
              <a:ext uri="{FF2B5EF4-FFF2-40B4-BE49-F238E27FC236}">
                <a16:creationId xmlns:a16="http://schemas.microsoft.com/office/drawing/2014/main" id="{A0C740C4-5941-436E-BCE4-DA72EA2835C9}"/>
              </a:ext>
            </a:extLst>
          </p:cNvPr>
          <p:cNvSpPr>
            <a:spLocks noGrp="1"/>
          </p:cNvSpPr>
          <p:nvPr>
            <p:ph type="sldNum" sz="quarter" idx="4"/>
          </p:nvPr>
        </p:nvSpPr>
        <p:spPr/>
        <p:txBody>
          <a:bodyPr/>
          <a:lstStyle/>
          <a:p>
            <a:pPr rtl="0"/>
            <a:fld id="{B5CEABB6-07DC-46E8-9B57-56EC44A396E5}" type="slidenum">
              <a:rPr lang="es-ES" smtClean="0"/>
              <a:pPr rtl="0"/>
              <a:t>94</a:t>
            </a:fld>
            <a:endParaRPr lang="es-ES" dirty="0"/>
          </a:p>
        </p:txBody>
      </p:sp>
      <p:sp>
        <p:nvSpPr>
          <p:cNvPr id="3" name="CuadroTexto 2">
            <a:extLst>
              <a:ext uri="{FF2B5EF4-FFF2-40B4-BE49-F238E27FC236}">
                <a16:creationId xmlns:a16="http://schemas.microsoft.com/office/drawing/2014/main" id="{F0D78A56-0FA5-4C45-AFD7-53EF49C47CB0}"/>
              </a:ext>
            </a:extLst>
          </p:cNvPr>
          <p:cNvSpPr txBox="1"/>
          <p:nvPr/>
        </p:nvSpPr>
        <p:spPr>
          <a:xfrm>
            <a:off x="8154057" y="4204737"/>
            <a:ext cx="2759666" cy="461665"/>
          </a:xfrm>
          <a:prstGeom prst="rect">
            <a:avLst/>
          </a:prstGeom>
          <a:noFill/>
        </p:spPr>
        <p:txBody>
          <a:bodyPr wrap="none" rtlCol="0">
            <a:spAutoFit/>
          </a:bodyPr>
          <a:lstStyle/>
          <a:p>
            <a:r>
              <a:rPr lang="es-ES" sz="2400" dirty="0" err="1"/>
              <a:t>TCPDestroy</a:t>
            </a:r>
            <a:r>
              <a:rPr lang="es-ES" sz="2400" dirty="0"/>
              <a:t>(socket)</a:t>
            </a:r>
            <a:endParaRPr lang="es-MX" sz="2400" dirty="0"/>
          </a:p>
        </p:txBody>
      </p:sp>
      <p:sp>
        <p:nvSpPr>
          <p:cNvPr id="4" name="CuadroTexto 3">
            <a:extLst>
              <a:ext uri="{FF2B5EF4-FFF2-40B4-BE49-F238E27FC236}">
                <a16:creationId xmlns:a16="http://schemas.microsoft.com/office/drawing/2014/main" id="{830ADD80-32F0-4F79-B243-6EA9E81FEA97}"/>
              </a:ext>
            </a:extLst>
          </p:cNvPr>
          <p:cNvSpPr txBox="1"/>
          <p:nvPr/>
        </p:nvSpPr>
        <p:spPr>
          <a:xfrm>
            <a:off x="7413181" y="3246744"/>
            <a:ext cx="4241418" cy="461665"/>
          </a:xfrm>
          <a:prstGeom prst="rect">
            <a:avLst/>
          </a:prstGeom>
          <a:noFill/>
        </p:spPr>
        <p:txBody>
          <a:bodyPr wrap="none" rtlCol="0">
            <a:spAutoFit/>
          </a:bodyPr>
          <a:lstStyle/>
          <a:p>
            <a:r>
              <a:rPr lang="es-ES" sz="2400" dirty="0" err="1"/>
              <a:t>TCPWrite</a:t>
            </a:r>
            <a:r>
              <a:rPr lang="es-ES" sz="2400" dirty="0"/>
              <a:t>(socket, </a:t>
            </a:r>
            <a:r>
              <a:rPr lang="es-ES" sz="2400" dirty="0" err="1"/>
              <a:t>buf</a:t>
            </a:r>
            <a:r>
              <a:rPr lang="es-ES" sz="2400" dirty="0"/>
              <a:t>, </a:t>
            </a:r>
            <a:r>
              <a:rPr lang="es-ES" sz="2400" dirty="0" err="1"/>
              <a:t>timeout</a:t>
            </a:r>
            <a:r>
              <a:rPr lang="es-ES" sz="2400" dirty="0"/>
              <a:t>)</a:t>
            </a:r>
            <a:endParaRPr lang="es-MX" sz="2400" dirty="0"/>
          </a:p>
        </p:txBody>
      </p:sp>
      <p:sp>
        <p:nvSpPr>
          <p:cNvPr id="7" name="CuadroTexto 6">
            <a:extLst>
              <a:ext uri="{FF2B5EF4-FFF2-40B4-BE49-F238E27FC236}">
                <a16:creationId xmlns:a16="http://schemas.microsoft.com/office/drawing/2014/main" id="{91B57695-2BDD-465F-89AA-5E3D91444DF5}"/>
              </a:ext>
            </a:extLst>
          </p:cNvPr>
          <p:cNvSpPr txBox="1"/>
          <p:nvPr/>
        </p:nvSpPr>
        <p:spPr>
          <a:xfrm>
            <a:off x="7340020" y="2288751"/>
            <a:ext cx="4387740" cy="461665"/>
          </a:xfrm>
          <a:prstGeom prst="rect">
            <a:avLst/>
          </a:prstGeom>
          <a:noFill/>
        </p:spPr>
        <p:txBody>
          <a:bodyPr wrap="none" rtlCol="0">
            <a:spAutoFit/>
          </a:bodyPr>
          <a:lstStyle/>
          <a:p>
            <a:r>
              <a:rPr lang="es-ES" sz="2400" dirty="0" err="1"/>
              <a:t>TCPRead</a:t>
            </a:r>
            <a:r>
              <a:rPr lang="es-ES" sz="2400" dirty="0"/>
              <a:t>(socket, </a:t>
            </a:r>
            <a:r>
              <a:rPr lang="es-ES" sz="2400" dirty="0" err="1"/>
              <a:t>timeout</a:t>
            </a:r>
            <a:r>
              <a:rPr lang="es-ES" sz="2400" dirty="0"/>
              <a:t>, </a:t>
            </a:r>
            <a:r>
              <a:rPr lang="es-ES" sz="2400" dirty="0" err="1">
                <a:solidFill>
                  <a:srgbClr val="FFC000"/>
                </a:solidFill>
              </a:rPr>
              <a:t>type</a:t>
            </a:r>
            <a:r>
              <a:rPr lang="es-ES" sz="2400" dirty="0"/>
              <a:t>)</a:t>
            </a:r>
            <a:endParaRPr lang="es-MX" sz="2400" dirty="0"/>
          </a:p>
        </p:txBody>
      </p:sp>
      <p:pic>
        <p:nvPicPr>
          <p:cNvPr id="8" name="Imagen 7">
            <a:extLst>
              <a:ext uri="{FF2B5EF4-FFF2-40B4-BE49-F238E27FC236}">
                <a16:creationId xmlns:a16="http://schemas.microsoft.com/office/drawing/2014/main" id="{952E50D3-5FE2-42D4-9F5F-544C75D86B8E}"/>
              </a:ext>
            </a:extLst>
          </p:cNvPr>
          <p:cNvPicPr>
            <a:picLocks noChangeAspect="1"/>
          </p:cNvPicPr>
          <p:nvPr/>
        </p:nvPicPr>
        <p:blipFill>
          <a:blip r:embed="rId2"/>
          <a:stretch>
            <a:fillRect/>
          </a:stretch>
        </p:blipFill>
        <p:spPr>
          <a:xfrm>
            <a:off x="-7543" y="-25563"/>
            <a:ext cx="888053" cy="900000"/>
          </a:xfrm>
          <a:prstGeom prst="rect">
            <a:avLst/>
          </a:prstGeom>
        </p:spPr>
      </p:pic>
    </p:spTree>
    <p:extLst>
      <p:ext uri="{BB962C8B-B14F-4D97-AF65-F5344CB8AC3E}">
        <p14:creationId xmlns:p14="http://schemas.microsoft.com/office/powerpoint/2010/main" val="1251186684"/>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Marcador de contenido 5">
            <a:extLst>
              <a:ext uri="{FF2B5EF4-FFF2-40B4-BE49-F238E27FC236}">
                <a16:creationId xmlns:a16="http://schemas.microsoft.com/office/drawing/2014/main" id="{34E24264-76B7-4CEE-89C8-7ED41180125D}"/>
              </a:ext>
            </a:extLst>
          </p:cNvPr>
          <p:cNvSpPr>
            <a:spLocks noGrp="1"/>
          </p:cNvSpPr>
          <p:nvPr>
            <p:ph sz="quarter" idx="10"/>
          </p:nvPr>
        </p:nvSpPr>
        <p:spPr>
          <a:xfrm>
            <a:off x="657726" y="1829265"/>
            <a:ext cx="5755341" cy="6196404"/>
          </a:xfrm>
        </p:spPr>
        <p:txBody>
          <a:bodyPr>
            <a:normAutofit/>
          </a:bodyPr>
          <a:lstStyle/>
          <a:p>
            <a:r>
              <a:rPr lang="es-ES" sz="2800" b="1" dirty="0"/>
              <a:t>UDPCrear:</a:t>
            </a:r>
            <a:r>
              <a:rPr lang="es-ES" sz="2800" dirty="0"/>
              <a:t> </a:t>
            </a:r>
            <a:r>
              <a:rPr lang="es-ES" sz="2400" dirty="0"/>
              <a:t>Configura una conexión de red UDP. Solo puedes tener una red UDP activa al mismo tiempo.</a:t>
            </a:r>
            <a:endParaRPr lang="es-ES" sz="2800" dirty="0"/>
          </a:p>
          <a:p>
            <a:r>
              <a:rPr lang="es-ES" sz="2800" b="1" dirty="0" err="1"/>
              <a:t>UDPLeer</a:t>
            </a:r>
            <a:r>
              <a:rPr lang="es-ES" sz="2800" b="1" dirty="0"/>
              <a:t>:</a:t>
            </a:r>
            <a:r>
              <a:rPr lang="es-ES" sz="2800" dirty="0"/>
              <a:t> </a:t>
            </a:r>
            <a:r>
              <a:rPr lang="es-ES" sz="2400" dirty="0"/>
              <a:t>Recibe datos desde la conexión UDP establecida con otro dispositivo.</a:t>
            </a:r>
            <a:endParaRPr lang="es-ES" sz="2800" dirty="0"/>
          </a:p>
          <a:p>
            <a:r>
              <a:rPr lang="es-ES" sz="2800" b="1" dirty="0" err="1"/>
              <a:t>UDPEscribir</a:t>
            </a:r>
            <a:r>
              <a:rPr lang="es-ES" sz="2800" b="1" dirty="0"/>
              <a:t>:</a:t>
            </a:r>
            <a:r>
              <a:rPr lang="es-ES" sz="2800" dirty="0"/>
              <a:t> </a:t>
            </a:r>
            <a:r>
              <a:rPr lang="es-ES" sz="2400" dirty="0"/>
              <a:t>Envía datos a través de la conexión UDP al dispositivo conectado.</a:t>
            </a:r>
            <a:endParaRPr lang="es-ES" sz="3200" i="0" dirty="0">
              <a:solidFill>
                <a:srgbClr val="111111"/>
              </a:solidFill>
              <a:effectLst/>
              <a:latin typeface="Roboto" panose="02000000000000000000" pitchFamily="2" charset="0"/>
            </a:endParaRPr>
          </a:p>
        </p:txBody>
      </p:sp>
      <p:sp>
        <p:nvSpPr>
          <p:cNvPr id="2" name="Marcador de número de diapositiva 1">
            <a:extLst>
              <a:ext uri="{FF2B5EF4-FFF2-40B4-BE49-F238E27FC236}">
                <a16:creationId xmlns:a16="http://schemas.microsoft.com/office/drawing/2014/main" id="{8E06A013-153B-4FBC-B553-D5BA36955980}"/>
              </a:ext>
            </a:extLst>
          </p:cNvPr>
          <p:cNvSpPr>
            <a:spLocks noGrp="1"/>
          </p:cNvSpPr>
          <p:nvPr>
            <p:ph type="sldNum" sz="quarter" idx="4"/>
          </p:nvPr>
        </p:nvSpPr>
        <p:spPr/>
        <p:txBody>
          <a:bodyPr/>
          <a:lstStyle/>
          <a:p>
            <a:pPr rtl="0"/>
            <a:fld id="{B5CEABB6-07DC-46E8-9B57-56EC44A396E5}" type="slidenum">
              <a:rPr lang="es-ES" smtClean="0"/>
              <a:pPr rtl="0"/>
              <a:t>95</a:t>
            </a:fld>
            <a:endParaRPr lang="es-ES" dirty="0"/>
          </a:p>
        </p:txBody>
      </p:sp>
      <p:sp>
        <p:nvSpPr>
          <p:cNvPr id="7" name="Título 4">
            <a:extLst>
              <a:ext uri="{FF2B5EF4-FFF2-40B4-BE49-F238E27FC236}">
                <a16:creationId xmlns:a16="http://schemas.microsoft.com/office/drawing/2014/main" id="{124B13CC-4B4A-4FBE-B471-21CFD0846106}"/>
              </a:ext>
            </a:extLst>
          </p:cNvPr>
          <p:cNvSpPr>
            <a:spLocks noGrp="1"/>
          </p:cNvSpPr>
          <p:nvPr>
            <p:ph type="title"/>
          </p:nvPr>
        </p:nvSpPr>
        <p:spPr>
          <a:xfrm>
            <a:off x="891990" y="434225"/>
            <a:ext cx="9524998" cy="1499627"/>
          </a:xfrm>
        </p:spPr>
        <p:txBody>
          <a:bodyPr/>
          <a:lstStyle/>
          <a:p>
            <a:r>
              <a:rPr lang="es-MX" dirty="0"/>
              <a:t>TCP/UDP</a:t>
            </a:r>
          </a:p>
        </p:txBody>
      </p:sp>
      <p:sp>
        <p:nvSpPr>
          <p:cNvPr id="3" name="CuadroTexto 2">
            <a:extLst>
              <a:ext uri="{FF2B5EF4-FFF2-40B4-BE49-F238E27FC236}">
                <a16:creationId xmlns:a16="http://schemas.microsoft.com/office/drawing/2014/main" id="{5C316259-F6B6-4E1A-ADE6-C36A94227146}"/>
              </a:ext>
            </a:extLst>
          </p:cNvPr>
          <p:cNvSpPr txBox="1"/>
          <p:nvPr/>
        </p:nvSpPr>
        <p:spPr>
          <a:xfrm>
            <a:off x="6828696" y="4935188"/>
            <a:ext cx="4291496" cy="461665"/>
          </a:xfrm>
          <a:prstGeom prst="rect">
            <a:avLst/>
          </a:prstGeom>
          <a:noFill/>
        </p:spPr>
        <p:txBody>
          <a:bodyPr wrap="none" rtlCol="0">
            <a:spAutoFit/>
          </a:bodyPr>
          <a:lstStyle/>
          <a:p>
            <a:r>
              <a:rPr lang="es-ES" sz="2400" dirty="0" err="1"/>
              <a:t>UDPWrite</a:t>
            </a:r>
            <a:r>
              <a:rPr lang="es-ES" sz="2400" dirty="0"/>
              <a:t>(socket, </a:t>
            </a:r>
            <a:r>
              <a:rPr lang="es-ES" sz="2400" dirty="0" err="1"/>
              <a:t>buf</a:t>
            </a:r>
            <a:r>
              <a:rPr lang="es-ES" sz="2400" dirty="0"/>
              <a:t>, </a:t>
            </a:r>
            <a:r>
              <a:rPr lang="es-ES" sz="2400" dirty="0" err="1"/>
              <a:t>timeout</a:t>
            </a:r>
            <a:r>
              <a:rPr lang="es-ES" sz="2400" dirty="0"/>
              <a:t>)</a:t>
            </a:r>
            <a:endParaRPr lang="es-MX" sz="2400" dirty="0"/>
          </a:p>
        </p:txBody>
      </p:sp>
      <p:sp>
        <p:nvSpPr>
          <p:cNvPr id="4" name="CuadroTexto 3">
            <a:extLst>
              <a:ext uri="{FF2B5EF4-FFF2-40B4-BE49-F238E27FC236}">
                <a16:creationId xmlns:a16="http://schemas.microsoft.com/office/drawing/2014/main" id="{33B913AD-FDC7-4CF6-BF34-225DA2D42A54}"/>
              </a:ext>
            </a:extLst>
          </p:cNvPr>
          <p:cNvSpPr txBox="1"/>
          <p:nvPr/>
        </p:nvSpPr>
        <p:spPr>
          <a:xfrm>
            <a:off x="6755535" y="3648132"/>
            <a:ext cx="4437818" cy="461665"/>
          </a:xfrm>
          <a:prstGeom prst="rect">
            <a:avLst/>
          </a:prstGeom>
          <a:noFill/>
        </p:spPr>
        <p:txBody>
          <a:bodyPr wrap="none" rtlCol="0">
            <a:spAutoFit/>
          </a:bodyPr>
          <a:lstStyle/>
          <a:p>
            <a:r>
              <a:rPr lang="es-ES" sz="2400" dirty="0" err="1"/>
              <a:t>UDPRead</a:t>
            </a:r>
            <a:r>
              <a:rPr lang="es-ES" sz="2400" dirty="0"/>
              <a:t>(socket, </a:t>
            </a:r>
            <a:r>
              <a:rPr lang="es-ES" sz="2400" dirty="0" err="1"/>
              <a:t>timeout</a:t>
            </a:r>
            <a:r>
              <a:rPr lang="es-ES" sz="2400" dirty="0"/>
              <a:t>, </a:t>
            </a:r>
            <a:r>
              <a:rPr lang="es-ES" sz="2400" dirty="0" err="1">
                <a:solidFill>
                  <a:srgbClr val="FFC000"/>
                </a:solidFill>
              </a:rPr>
              <a:t>type</a:t>
            </a:r>
            <a:r>
              <a:rPr lang="es-ES" sz="2400" dirty="0"/>
              <a:t>)</a:t>
            </a:r>
            <a:endParaRPr lang="es-MX" sz="2400" dirty="0"/>
          </a:p>
        </p:txBody>
      </p:sp>
      <p:sp>
        <p:nvSpPr>
          <p:cNvPr id="5" name="CuadroTexto 4">
            <a:extLst>
              <a:ext uri="{FF2B5EF4-FFF2-40B4-BE49-F238E27FC236}">
                <a16:creationId xmlns:a16="http://schemas.microsoft.com/office/drawing/2014/main" id="{E647D881-FDA2-4A3A-BF92-5271526CD4A5}"/>
              </a:ext>
            </a:extLst>
          </p:cNvPr>
          <p:cNvSpPr txBox="1"/>
          <p:nvPr/>
        </p:nvSpPr>
        <p:spPr>
          <a:xfrm>
            <a:off x="6995536" y="2087432"/>
            <a:ext cx="3957815" cy="461665"/>
          </a:xfrm>
          <a:prstGeom prst="rect">
            <a:avLst/>
          </a:prstGeom>
          <a:noFill/>
        </p:spPr>
        <p:txBody>
          <a:bodyPr wrap="none" rtlCol="0">
            <a:spAutoFit/>
          </a:bodyPr>
          <a:lstStyle/>
          <a:p>
            <a:r>
              <a:rPr lang="es-ES" sz="2400" dirty="0" err="1"/>
              <a:t>UDPCreate</a:t>
            </a:r>
            <a:r>
              <a:rPr lang="es-ES" sz="2400" dirty="0"/>
              <a:t>(</a:t>
            </a:r>
            <a:r>
              <a:rPr lang="es-ES" sz="2400" dirty="0" err="1"/>
              <a:t>isServer</a:t>
            </a:r>
            <a:r>
              <a:rPr lang="es-ES" sz="2400" dirty="0"/>
              <a:t>, IP, </a:t>
            </a:r>
            <a:r>
              <a:rPr lang="es-ES" sz="2400" dirty="0" err="1"/>
              <a:t>port</a:t>
            </a:r>
            <a:r>
              <a:rPr lang="es-ES" sz="2400" dirty="0"/>
              <a:t>)</a:t>
            </a:r>
            <a:endParaRPr lang="es-MX" sz="2400" dirty="0"/>
          </a:p>
        </p:txBody>
      </p:sp>
      <p:pic>
        <p:nvPicPr>
          <p:cNvPr id="8" name="Imagen 7">
            <a:extLst>
              <a:ext uri="{FF2B5EF4-FFF2-40B4-BE49-F238E27FC236}">
                <a16:creationId xmlns:a16="http://schemas.microsoft.com/office/drawing/2014/main" id="{C6AB9740-CC50-4E1C-8C8D-9576FD38EFE5}"/>
              </a:ext>
            </a:extLst>
          </p:cNvPr>
          <p:cNvPicPr>
            <a:picLocks noChangeAspect="1"/>
          </p:cNvPicPr>
          <p:nvPr/>
        </p:nvPicPr>
        <p:blipFill>
          <a:blip r:embed="rId2"/>
          <a:stretch>
            <a:fillRect/>
          </a:stretch>
        </p:blipFill>
        <p:spPr>
          <a:xfrm>
            <a:off x="-7543" y="-25563"/>
            <a:ext cx="888053" cy="900000"/>
          </a:xfrm>
          <a:prstGeom prst="rect">
            <a:avLst/>
          </a:prstGeom>
        </p:spPr>
      </p:pic>
    </p:spTree>
    <p:extLst>
      <p:ext uri="{BB962C8B-B14F-4D97-AF65-F5344CB8AC3E}">
        <p14:creationId xmlns:p14="http://schemas.microsoft.com/office/powerpoint/2010/main" val="3476060232"/>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4">
            <a:extLst>
              <a:ext uri="{FF2B5EF4-FFF2-40B4-BE49-F238E27FC236}">
                <a16:creationId xmlns:a16="http://schemas.microsoft.com/office/drawing/2014/main" id="{44502753-8D89-46E8-84C8-0FD500EECD4D}"/>
              </a:ext>
            </a:extLst>
          </p:cNvPr>
          <p:cNvSpPr>
            <a:spLocks noGrp="1"/>
          </p:cNvSpPr>
          <p:nvPr>
            <p:ph type="title"/>
          </p:nvPr>
        </p:nvSpPr>
        <p:spPr/>
        <p:txBody>
          <a:bodyPr/>
          <a:lstStyle/>
          <a:p>
            <a:r>
              <a:rPr lang="es-MX" dirty="0"/>
              <a:t>Modbus</a:t>
            </a:r>
          </a:p>
        </p:txBody>
      </p:sp>
      <p:sp>
        <p:nvSpPr>
          <p:cNvPr id="6" name="Marcador de contenido 5">
            <a:extLst>
              <a:ext uri="{FF2B5EF4-FFF2-40B4-BE49-F238E27FC236}">
                <a16:creationId xmlns:a16="http://schemas.microsoft.com/office/drawing/2014/main" id="{00653504-9548-4389-9CD8-2E4D3C63105D}"/>
              </a:ext>
            </a:extLst>
          </p:cNvPr>
          <p:cNvSpPr>
            <a:spLocks noGrp="1"/>
          </p:cNvSpPr>
          <p:nvPr>
            <p:ph sz="quarter" idx="10"/>
          </p:nvPr>
        </p:nvSpPr>
        <p:spPr>
          <a:xfrm>
            <a:off x="244928" y="2123126"/>
            <a:ext cx="6257366" cy="3914910"/>
          </a:xfrm>
        </p:spPr>
        <p:txBody>
          <a:bodyPr>
            <a:normAutofit/>
          </a:bodyPr>
          <a:lstStyle/>
          <a:p>
            <a:pPr marL="342900" indent="-342900">
              <a:buFont typeface="Arial" panose="020B0604020202020204" pitchFamily="34" charset="0"/>
              <a:buChar char="•"/>
            </a:pPr>
            <a:r>
              <a:rPr lang="es-ES" sz="2400" b="1" dirty="0"/>
              <a:t>ModbusCrear:</a:t>
            </a:r>
            <a:r>
              <a:rPr lang="es-ES" sz="2400" dirty="0"/>
              <a:t> </a:t>
            </a:r>
            <a:r>
              <a:rPr lang="es-ES" sz="2000" dirty="0"/>
              <a:t>Configura una estación maestra Modbus y conecta con la estación esclava para poder comunicarse.</a:t>
            </a:r>
          </a:p>
          <a:p>
            <a:pPr marL="342900" indent="-342900">
              <a:buFont typeface="Arial" panose="020B0604020202020204" pitchFamily="34" charset="0"/>
              <a:buChar char="•"/>
            </a:pPr>
            <a:r>
              <a:rPr lang="es-ES" sz="2400" b="1" dirty="0"/>
              <a:t>ObtenerInBits:</a:t>
            </a:r>
            <a:r>
              <a:rPr lang="es-ES" sz="2400" dirty="0"/>
              <a:t> </a:t>
            </a:r>
            <a:r>
              <a:rPr lang="es-ES" sz="2000" dirty="0"/>
              <a:t>Lee el estado (encendido o apagado) de las entradas digitales del esclavo Modbus.</a:t>
            </a:r>
          </a:p>
          <a:p>
            <a:pPr marL="342900" indent="-342900">
              <a:buFont typeface="Arial" panose="020B0604020202020204" pitchFamily="34" charset="0"/>
              <a:buChar char="•"/>
            </a:pPr>
            <a:r>
              <a:rPr lang="es-ES" sz="2400" b="1" dirty="0"/>
              <a:t>ObtenerInRegs:</a:t>
            </a:r>
            <a:r>
              <a:rPr lang="es-ES" sz="2400" dirty="0"/>
              <a:t> </a:t>
            </a:r>
            <a:r>
              <a:rPr lang="es-ES" sz="2000" dirty="0"/>
              <a:t>Lee los valores de registros de entrada del esclavo Modbus, usando el tipo de dato que especifiques.</a:t>
            </a:r>
            <a:endParaRPr lang="es-ES" dirty="0"/>
          </a:p>
        </p:txBody>
      </p:sp>
      <p:sp>
        <p:nvSpPr>
          <p:cNvPr id="2" name="Marcador de número de diapositiva 1">
            <a:extLst>
              <a:ext uri="{FF2B5EF4-FFF2-40B4-BE49-F238E27FC236}">
                <a16:creationId xmlns:a16="http://schemas.microsoft.com/office/drawing/2014/main" id="{C429069E-0B4F-4A2A-A135-ED57B963FC40}"/>
              </a:ext>
            </a:extLst>
          </p:cNvPr>
          <p:cNvSpPr>
            <a:spLocks noGrp="1"/>
          </p:cNvSpPr>
          <p:nvPr>
            <p:ph type="sldNum" sz="quarter" idx="4"/>
          </p:nvPr>
        </p:nvSpPr>
        <p:spPr/>
        <p:txBody>
          <a:bodyPr/>
          <a:lstStyle/>
          <a:p>
            <a:pPr rtl="0"/>
            <a:fld id="{B5CEABB6-07DC-46E8-9B57-56EC44A396E5}" type="slidenum">
              <a:rPr lang="es-ES" smtClean="0"/>
              <a:pPr rtl="0"/>
              <a:t>96</a:t>
            </a:fld>
            <a:endParaRPr lang="es-ES" dirty="0"/>
          </a:p>
        </p:txBody>
      </p:sp>
      <p:sp>
        <p:nvSpPr>
          <p:cNvPr id="3" name="CuadroTexto 2">
            <a:extLst>
              <a:ext uri="{FF2B5EF4-FFF2-40B4-BE49-F238E27FC236}">
                <a16:creationId xmlns:a16="http://schemas.microsoft.com/office/drawing/2014/main" id="{6F8B5E17-C018-4CFA-AF79-1B9AAF863AE1}"/>
              </a:ext>
            </a:extLst>
          </p:cNvPr>
          <p:cNvSpPr txBox="1"/>
          <p:nvPr/>
        </p:nvSpPr>
        <p:spPr>
          <a:xfrm>
            <a:off x="7263125" y="2315537"/>
            <a:ext cx="2339936" cy="461665"/>
          </a:xfrm>
          <a:prstGeom prst="rect">
            <a:avLst/>
          </a:prstGeom>
          <a:noFill/>
        </p:spPr>
        <p:txBody>
          <a:bodyPr wrap="none" rtlCol="0">
            <a:spAutoFit/>
          </a:bodyPr>
          <a:lstStyle/>
          <a:p>
            <a:r>
              <a:rPr lang="es-ES" sz="2400" dirty="0" err="1"/>
              <a:t>ModbusCreate</a:t>
            </a:r>
            <a:r>
              <a:rPr lang="es-ES" sz="2400" dirty="0"/>
              <a:t>()</a:t>
            </a:r>
            <a:endParaRPr lang="es-MX" sz="2400" dirty="0"/>
          </a:p>
        </p:txBody>
      </p:sp>
      <p:sp>
        <p:nvSpPr>
          <p:cNvPr id="8" name="CuadroTexto 7">
            <a:extLst>
              <a:ext uri="{FF2B5EF4-FFF2-40B4-BE49-F238E27FC236}">
                <a16:creationId xmlns:a16="http://schemas.microsoft.com/office/drawing/2014/main" id="{DEF0C0A7-0E4C-462E-9891-E5541347C073}"/>
              </a:ext>
            </a:extLst>
          </p:cNvPr>
          <p:cNvSpPr txBox="1"/>
          <p:nvPr/>
        </p:nvSpPr>
        <p:spPr>
          <a:xfrm>
            <a:off x="6675528" y="3429000"/>
            <a:ext cx="3515129" cy="461665"/>
          </a:xfrm>
          <a:prstGeom prst="rect">
            <a:avLst/>
          </a:prstGeom>
          <a:noFill/>
        </p:spPr>
        <p:txBody>
          <a:bodyPr wrap="none" rtlCol="0">
            <a:spAutoFit/>
          </a:bodyPr>
          <a:lstStyle/>
          <a:p>
            <a:r>
              <a:rPr lang="es-ES" sz="2400" dirty="0" err="1"/>
              <a:t>GetInBits</a:t>
            </a:r>
            <a:r>
              <a:rPr lang="es-ES" sz="2400" dirty="0"/>
              <a:t>(id, </a:t>
            </a:r>
            <a:r>
              <a:rPr lang="es-ES" sz="2400" dirty="0" err="1"/>
              <a:t>addr</a:t>
            </a:r>
            <a:r>
              <a:rPr lang="es-ES" sz="2400" dirty="0"/>
              <a:t>, </a:t>
            </a:r>
            <a:r>
              <a:rPr lang="es-ES" sz="2400" dirty="0" err="1"/>
              <a:t>count</a:t>
            </a:r>
            <a:r>
              <a:rPr lang="es-ES" sz="2400" dirty="0"/>
              <a:t>)</a:t>
            </a:r>
            <a:endParaRPr lang="es-MX" sz="2400" dirty="0"/>
          </a:p>
        </p:txBody>
      </p:sp>
      <p:sp>
        <p:nvSpPr>
          <p:cNvPr id="9" name="CuadroTexto 8">
            <a:extLst>
              <a:ext uri="{FF2B5EF4-FFF2-40B4-BE49-F238E27FC236}">
                <a16:creationId xmlns:a16="http://schemas.microsoft.com/office/drawing/2014/main" id="{03276666-4E1D-429F-877B-E4BE647B2FE9}"/>
              </a:ext>
            </a:extLst>
          </p:cNvPr>
          <p:cNvSpPr txBox="1"/>
          <p:nvPr/>
        </p:nvSpPr>
        <p:spPr>
          <a:xfrm>
            <a:off x="6227744" y="4693316"/>
            <a:ext cx="4410695" cy="461665"/>
          </a:xfrm>
          <a:prstGeom prst="rect">
            <a:avLst/>
          </a:prstGeom>
          <a:noFill/>
        </p:spPr>
        <p:txBody>
          <a:bodyPr wrap="none" rtlCol="0">
            <a:spAutoFit/>
          </a:bodyPr>
          <a:lstStyle/>
          <a:p>
            <a:r>
              <a:rPr lang="es-ES" sz="2400" dirty="0" err="1"/>
              <a:t>GetInRegs</a:t>
            </a:r>
            <a:r>
              <a:rPr lang="es-ES" sz="2400" dirty="0"/>
              <a:t>(id, </a:t>
            </a:r>
            <a:r>
              <a:rPr lang="es-ES" sz="2400" dirty="0" err="1"/>
              <a:t>addr</a:t>
            </a:r>
            <a:r>
              <a:rPr lang="es-ES" sz="2400" dirty="0"/>
              <a:t>, </a:t>
            </a:r>
            <a:r>
              <a:rPr lang="es-ES" sz="2400" dirty="0" err="1"/>
              <a:t>count</a:t>
            </a:r>
            <a:r>
              <a:rPr lang="es-ES" sz="2400" dirty="0"/>
              <a:t>, </a:t>
            </a:r>
            <a:r>
              <a:rPr lang="es-ES" sz="2400" dirty="0" err="1">
                <a:solidFill>
                  <a:srgbClr val="FFC000"/>
                </a:solidFill>
              </a:rPr>
              <a:t>type</a:t>
            </a:r>
            <a:r>
              <a:rPr lang="es-ES" sz="2400" dirty="0"/>
              <a:t>)</a:t>
            </a:r>
            <a:endParaRPr lang="es-MX" sz="2400" dirty="0"/>
          </a:p>
        </p:txBody>
      </p:sp>
      <p:pic>
        <p:nvPicPr>
          <p:cNvPr id="10" name="Imagen 9">
            <a:extLst>
              <a:ext uri="{FF2B5EF4-FFF2-40B4-BE49-F238E27FC236}">
                <a16:creationId xmlns:a16="http://schemas.microsoft.com/office/drawing/2014/main" id="{77CD75B8-4591-40B8-9BCD-E93935386B0B}"/>
              </a:ext>
            </a:extLst>
          </p:cNvPr>
          <p:cNvPicPr>
            <a:picLocks noChangeAspect="1"/>
          </p:cNvPicPr>
          <p:nvPr/>
        </p:nvPicPr>
        <p:blipFill>
          <a:blip r:embed="rId2"/>
          <a:stretch>
            <a:fillRect/>
          </a:stretch>
        </p:blipFill>
        <p:spPr>
          <a:xfrm>
            <a:off x="-7543" y="-25563"/>
            <a:ext cx="888053" cy="900000"/>
          </a:xfrm>
          <a:prstGeom prst="rect">
            <a:avLst/>
          </a:prstGeom>
        </p:spPr>
      </p:pic>
    </p:spTree>
    <p:extLst>
      <p:ext uri="{BB962C8B-B14F-4D97-AF65-F5344CB8AC3E}">
        <p14:creationId xmlns:p14="http://schemas.microsoft.com/office/powerpoint/2010/main" val="417512735"/>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4">
            <a:extLst>
              <a:ext uri="{FF2B5EF4-FFF2-40B4-BE49-F238E27FC236}">
                <a16:creationId xmlns:a16="http://schemas.microsoft.com/office/drawing/2014/main" id="{44502753-8D89-46E8-84C8-0FD500EECD4D}"/>
              </a:ext>
            </a:extLst>
          </p:cNvPr>
          <p:cNvSpPr>
            <a:spLocks noGrp="1"/>
          </p:cNvSpPr>
          <p:nvPr>
            <p:ph type="title"/>
          </p:nvPr>
        </p:nvSpPr>
        <p:spPr/>
        <p:txBody>
          <a:bodyPr/>
          <a:lstStyle/>
          <a:p>
            <a:r>
              <a:rPr lang="es-MX" dirty="0"/>
              <a:t>Modbus</a:t>
            </a:r>
          </a:p>
        </p:txBody>
      </p:sp>
      <p:sp>
        <p:nvSpPr>
          <p:cNvPr id="6" name="Marcador de contenido 5">
            <a:extLst>
              <a:ext uri="{FF2B5EF4-FFF2-40B4-BE49-F238E27FC236}">
                <a16:creationId xmlns:a16="http://schemas.microsoft.com/office/drawing/2014/main" id="{00653504-9548-4389-9CD8-2E4D3C63105D}"/>
              </a:ext>
            </a:extLst>
          </p:cNvPr>
          <p:cNvSpPr>
            <a:spLocks noGrp="1"/>
          </p:cNvSpPr>
          <p:nvPr>
            <p:ph sz="quarter" idx="10"/>
          </p:nvPr>
        </p:nvSpPr>
        <p:spPr>
          <a:xfrm>
            <a:off x="244928" y="2123126"/>
            <a:ext cx="6257366" cy="3914910"/>
          </a:xfrm>
        </p:spPr>
        <p:txBody>
          <a:bodyPr>
            <a:normAutofit/>
          </a:bodyPr>
          <a:lstStyle/>
          <a:p>
            <a:pPr marL="342900" indent="-342900">
              <a:buFont typeface="Arial" panose="020B0604020202020204" pitchFamily="34" charset="0"/>
              <a:buChar char="•"/>
            </a:pPr>
            <a:r>
              <a:rPr lang="es-ES" sz="2800" b="1" dirty="0"/>
              <a:t>ObtenerBobinas:</a:t>
            </a:r>
            <a:r>
              <a:rPr lang="es-ES" sz="2800" dirty="0"/>
              <a:t> </a:t>
            </a:r>
            <a:r>
              <a:rPr lang="es-MX" sz="2400" dirty="0"/>
              <a:t>Lee los valores (encendido o apagado) de los registros de bobina del dispositivo Modbus esclavo.</a:t>
            </a:r>
          </a:p>
          <a:p>
            <a:pPr marL="342900" indent="-342900">
              <a:buFont typeface="Arial" panose="020B0604020202020204" pitchFamily="34" charset="0"/>
              <a:buChar char="•"/>
            </a:pPr>
            <a:r>
              <a:rPr lang="es-ES" sz="2800" b="1" dirty="0"/>
              <a:t>ObtenerRegistrosDeRetención:</a:t>
            </a:r>
            <a:r>
              <a:rPr lang="es-ES" sz="2800" dirty="0"/>
              <a:t> </a:t>
            </a:r>
            <a:r>
              <a:rPr lang="es-ES" sz="2400" dirty="0"/>
              <a:t>Lee los valores almacenados en los registros de retención del esclavo Modbus, usando el tipo de dato que indiques.</a:t>
            </a:r>
            <a:endParaRPr lang="es-ES" sz="2800" dirty="0"/>
          </a:p>
        </p:txBody>
      </p:sp>
      <p:sp>
        <p:nvSpPr>
          <p:cNvPr id="2" name="Marcador de número de diapositiva 1">
            <a:extLst>
              <a:ext uri="{FF2B5EF4-FFF2-40B4-BE49-F238E27FC236}">
                <a16:creationId xmlns:a16="http://schemas.microsoft.com/office/drawing/2014/main" id="{C429069E-0B4F-4A2A-A135-ED57B963FC40}"/>
              </a:ext>
            </a:extLst>
          </p:cNvPr>
          <p:cNvSpPr>
            <a:spLocks noGrp="1"/>
          </p:cNvSpPr>
          <p:nvPr>
            <p:ph type="sldNum" sz="quarter" idx="4"/>
          </p:nvPr>
        </p:nvSpPr>
        <p:spPr/>
        <p:txBody>
          <a:bodyPr/>
          <a:lstStyle/>
          <a:p>
            <a:pPr rtl="0"/>
            <a:fld id="{B5CEABB6-07DC-46E8-9B57-56EC44A396E5}" type="slidenum">
              <a:rPr lang="es-ES" smtClean="0"/>
              <a:pPr rtl="0"/>
              <a:t>97</a:t>
            </a:fld>
            <a:endParaRPr lang="es-ES" dirty="0"/>
          </a:p>
        </p:txBody>
      </p:sp>
      <p:sp>
        <p:nvSpPr>
          <p:cNvPr id="3" name="CuadroTexto 2">
            <a:extLst>
              <a:ext uri="{FF2B5EF4-FFF2-40B4-BE49-F238E27FC236}">
                <a16:creationId xmlns:a16="http://schemas.microsoft.com/office/drawing/2014/main" id="{71E2E89E-9C04-4345-9664-B8494F68E84E}"/>
              </a:ext>
            </a:extLst>
          </p:cNvPr>
          <p:cNvSpPr txBox="1"/>
          <p:nvPr/>
        </p:nvSpPr>
        <p:spPr>
          <a:xfrm>
            <a:off x="6677920" y="4080581"/>
            <a:ext cx="4784643" cy="461665"/>
          </a:xfrm>
          <a:prstGeom prst="rect">
            <a:avLst/>
          </a:prstGeom>
          <a:noFill/>
        </p:spPr>
        <p:txBody>
          <a:bodyPr wrap="none" rtlCol="0">
            <a:spAutoFit/>
          </a:bodyPr>
          <a:lstStyle/>
          <a:p>
            <a:r>
              <a:rPr lang="es-ES" sz="2400" dirty="0" err="1"/>
              <a:t>GetHoldRegs</a:t>
            </a:r>
            <a:r>
              <a:rPr lang="es-ES" sz="2400" dirty="0"/>
              <a:t>(id, </a:t>
            </a:r>
            <a:r>
              <a:rPr lang="es-ES" sz="2400" dirty="0" err="1"/>
              <a:t>addr</a:t>
            </a:r>
            <a:r>
              <a:rPr lang="es-ES" sz="2400" dirty="0"/>
              <a:t>, </a:t>
            </a:r>
            <a:r>
              <a:rPr lang="es-ES" sz="2400" dirty="0" err="1"/>
              <a:t>count</a:t>
            </a:r>
            <a:r>
              <a:rPr lang="es-ES" sz="2400" dirty="0"/>
              <a:t>, </a:t>
            </a:r>
            <a:r>
              <a:rPr lang="es-ES" sz="2400" dirty="0" err="1">
                <a:solidFill>
                  <a:srgbClr val="FFC000"/>
                </a:solidFill>
              </a:rPr>
              <a:t>type</a:t>
            </a:r>
            <a:r>
              <a:rPr lang="es-ES" sz="2400" dirty="0"/>
              <a:t>)</a:t>
            </a:r>
            <a:endParaRPr lang="es-MX" sz="2400" dirty="0"/>
          </a:p>
        </p:txBody>
      </p:sp>
      <p:sp>
        <p:nvSpPr>
          <p:cNvPr id="4" name="CuadroTexto 3">
            <a:extLst>
              <a:ext uri="{FF2B5EF4-FFF2-40B4-BE49-F238E27FC236}">
                <a16:creationId xmlns:a16="http://schemas.microsoft.com/office/drawing/2014/main" id="{B046D70A-341C-4035-B39E-F37E4298CF9B}"/>
              </a:ext>
            </a:extLst>
          </p:cNvPr>
          <p:cNvSpPr txBox="1"/>
          <p:nvPr/>
        </p:nvSpPr>
        <p:spPr>
          <a:xfrm>
            <a:off x="7363620" y="2332685"/>
            <a:ext cx="3413242" cy="461665"/>
          </a:xfrm>
          <a:prstGeom prst="rect">
            <a:avLst/>
          </a:prstGeom>
          <a:noFill/>
        </p:spPr>
        <p:txBody>
          <a:bodyPr wrap="none" rtlCol="0">
            <a:spAutoFit/>
          </a:bodyPr>
          <a:lstStyle/>
          <a:p>
            <a:r>
              <a:rPr lang="es-ES" sz="2400" dirty="0" err="1"/>
              <a:t>GetCoils</a:t>
            </a:r>
            <a:r>
              <a:rPr lang="es-ES" sz="2400" dirty="0"/>
              <a:t>(id, </a:t>
            </a:r>
            <a:r>
              <a:rPr lang="es-ES" sz="2400" dirty="0" err="1"/>
              <a:t>addr</a:t>
            </a:r>
            <a:r>
              <a:rPr lang="es-ES" sz="2400" dirty="0"/>
              <a:t>, </a:t>
            </a:r>
            <a:r>
              <a:rPr lang="es-ES" sz="2400" dirty="0" err="1"/>
              <a:t>count</a:t>
            </a:r>
            <a:r>
              <a:rPr lang="es-ES" sz="2400" dirty="0"/>
              <a:t>)</a:t>
            </a:r>
            <a:endParaRPr lang="es-MX" sz="2400" dirty="0"/>
          </a:p>
        </p:txBody>
      </p:sp>
      <p:pic>
        <p:nvPicPr>
          <p:cNvPr id="7" name="Imagen 6">
            <a:extLst>
              <a:ext uri="{FF2B5EF4-FFF2-40B4-BE49-F238E27FC236}">
                <a16:creationId xmlns:a16="http://schemas.microsoft.com/office/drawing/2014/main" id="{809FFC41-8226-413E-A204-12486582F284}"/>
              </a:ext>
            </a:extLst>
          </p:cNvPr>
          <p:cNvPicPr>
            <a:picLocks noChangeAspect="1"/>
          </p:cNvPicPr>
          <p:nvPr/>
        </p:nvPicPr>
        <p:blipFill>
          <a:blip r:embed="rId2"/>
          <a:stretch>
            <a:fillRect/>
          </a:stretch>
        </p:blipFill>
        <p:spPr>
          <a:xfrm>
            <a:off x="-7543" y="-25563"/>
            <a:ext cx="888053" cy="900000"/>
          </a:xfrm>
          <a:prstGeom prst="rect">
            <a:avLst/>
          </a:prstGeom>
        </p:spPr>
      </p:pic>
    </p:spTree>
    <p:extLst>
      <p:ext uri="{BB962C8B-B14F-4D97-AF65-F5344CB8AC3E}">
        <p14:creationId xmlns:p14="http://schemas.microsoft.com/office/powerpoint/2010/main" val="750167232"/>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Marcador de contenido 5">
            <a:extLst>
              <a:ext uri="{FF2B5EF4-FFF2-40B4-BE49-F238E27FC236}">
                <a16:creationId xmlns:a16="http://schemas.microsoft.com/office/drawing/2014/main" id="{34E24264-76B7-4CEE-89C8-7ED41180125D}"/>
              </a:ext>
            </a:extLst>
          </p:cNvPr>
          <p:cNvSpPr>
            <a:spLocks noGrp="1"/>
          </p:cNvSpPr>
          <p:nvPr>
            <p:ph sz="quarter" idx="10"/>
          </p:nvPr>
        </p:nvSpPr>
        <p:spPr>
          <a:xfrm>
            <a:off x="1042736" y="1592849"/>
            <a:ext cx="5755341" cy="6196404"/>
          </a:xfrm>
        </p:spPr>
        <p:txBody>
          <a:bodyPr>
            <a:normAutofit/>
          </a:bodyPr>
          <a:lstStyle/>
          <a:p>
            <a:r>
              <a:rPr lang="es-ES" sz="2400" b="1" dirty="0"/>
              <a:t>Conjunto de bobinas:</a:t>
            </a:r>
            <a:r>
              <a:rPr lang="es-ES" sz="2400" dirty="0"/>
              <a:t> </a:t>
            </a:r>
            <a:r>
              <a:rPr lang="es-ES" sz="2000" dirty="0"/>
              <a:t>Escribe un valor (como encendido o apagado) en una dirección específica del registro de bobina.</a:t>
            </a:r>
          </a:p>
          <a:p>
            <a:r>
              <a:rPr lang="es-ES" sz="2400" b="1" dirty="0"/>
              <a:t>Establecer registros de retención:</a:t>
            </a:r>
            <a:r>
              <a:rPr lang="es-ES" sz="2400" dirty="0"/>
              <a:t> </a:t>
            </a:r>
            <a:r>
              <a:rPr lang="es-ES" sz="2000" dirty="0"/>
              <a:t>Escribe un valor específico en una dirección del registro de retención, usando el tipo de dato que elijas.</a:t>
            </a:r>
          </a:p>
          <a:p>
            <a:endParaRPr lang="es-ES" sz="2000" dirty="0"/>
          </a:p>
          <a:p>
            <a:r>
              <a:rPr lang="es-ES" sz="2400" b="1" dirty="0"/>
              <a:t>ModbusCerrar:</a:t>
            </a:r>
            <a:r>
              <a:rPr lang="es-ES" sz="2400" dirty="0"/>
              <a:t> </a:t>
            </a:r>
            <a:r>
              <a:rPr lang="es-ES" sz="2000" dirty="0"/>
              <a:t>Cierra la conexión con el dispositivo esclavo Modbus.</a:t>
            </a:r>
            <a:endParaRPr lang="es-ES" sz="2800" i="0" dirty="0">
              <a:solidFill>
                <a:srgbClr val="111111"/>
              </a:solidFill>
              <a:effectLst/>
              <a:latin typeface="Roboto" panose="02000000000000000000" pitchFamily="2" charset="0"/>
            </a:endParaRPr>
          </a:p>
        </p:txBody>
      </p:sp>
      <p:sp>
        <p:nvSpPr>
          <p:cNvPr id="2" name="Marcador de número de diapositiva 1">
            <a:extLst>
              <a:ext uri="{FF2B5EF4-FFF2-40B4-BE49-F238E27FC236}">
                <a16:creationId xmlns:a16="http://schemas.microsoft.com/office/drawing/2014/main" id="{7BCE624B-CC5D-4E94-AED5-DB8EDBFCCD6F}"/>
              </a:ext>
            </a:extLst>
          </p:cNvPr>
          <p:cNvSpPr>
            <a:spLocks noGrp="1"/>
          </p:cNvSpPr>
          <p:nvPr>
            <p:ph type="sldNum" sz="quarter" idx="4"/>
          </p:nvPr>
        </p:nvSpPr>
        <p:spPr/>
        <p:txBody>
          <a:bodyPr/>
          <a:lstStyle/>
          <a:p>
            <a:pPr rtl="0"/>
            <a:fld id="{B5CEABB6-07DC-46E8-9B57-56EC44A396E5}" type="slidenum">
              <a:rPr lang="es-ES" smtClean="0"/>
              <a:pPr rtl="0"/>
              <a:t>98</a:t>
            </a:fld>
            <a:endParaRPr lang="es-ES" dirty="0"/>
          </a:p>
        </p:txBody>
      </p:sp>
      <p:sp>
        <p:nvSpPr>
          <p:cNvPr id="9" name="Título 4">
            <a:extLst>
              <a:ext uri="{FF2B5EF4-FFF2-40B4-BE49-F238E27FC236}">
                <a16:creationId xmlns:a16="http://schemas.microsoft.com/office/drawing/2014/main" id="{5C668B75-92F7-4DAB-B868-43FDDACD3B5F}"/>
              </a:ext>
            </a:extLst>
          </p:cNvPr>
          <p:cNvSpPr>
            <a:spLocks noGrp="1"/>
          </p:cNvSpPr>
          <p:nvPr>
            <p:ph type="title"/>
          </p:nvPr>
        </p:nvSpPr>
        <p:spPr>
          <a:xfrm>
            <a:off x="891990" y="434225"/>
            <a:ext cx="9524998" cy="1499627"/>
          </a:xfrm>
        </p:spPr>
        <p:txBody>
          <a:bodyPr/>
          <a:lstStyle/>
          <a:p>
            <a:r>
              <a:rPr lang="es-MX" dirty="0"/>
              <a:t>Modbus</a:t>
            </a:r>
          </a:p>
        </p:txBody>
      </p:sp>
      <p:sp>
        <p:nvSpPr>
          <p:cNvPr id="3" name="CuadroTexto 2">
            <a:extLst>
              <a:ext uri="{FF2B5EF4-FFF2-40B4-BE49-F238E27FC236}">
                <a16:creationId xmlns:a16="http://schemas.microsoft.com/office/drawing/2014/main" id="{422D9D62-BA11-4FDA-9778-9BC25B37488A}"/>
              </a:ext>
            </a:extLst>
          </p:cNvPr>
          <p:cNvSpPr txBox="1"/>
          <p:nvPr/>
        </p:nvSpPr>
        <p:spPr>
          <a:xfrm>
            <a:off x="8027960" y="4229386"/>
            <a:ext cx="2430024" cy="461665"/>
          </a:xfrm>
          <a:prstGeom prst="rect">
            <a:avLst/>
          </a:prstGeom>
          <a:noFill/>
        </p:spPr>
        <p:txBody>
          <a:bodyPr wrap="none" rtlCol="0">
            <a:spAutoFit/>
          </a:bodyPr>
          <a:lstStyle/>
          <a:p>
            <a:r>
              <a:rPr lang="es-ES" sz="2400" dirty="0" err="1"/>
              <a:t>ModbusClose</a:t>
            </a:r>
            <a:r>
              <a:rPr lang="es-ES" sz="2400" dirty="0"/>
              <a:t>(id)</a:t>
            </a:r>
            <a:endParaRPr lang="es-MX" sz="2400" dirty="0"/>
          </a:p>
        </p:txBody>
      </p:sp>
      <p:sp>
        <p:nvSpPr>
          <p:cNvPr id="4" name="CuadroTexto 3">
            <a:extLst>
              <a:ext uri="{FF2B5EF4-FFF2-40B4-BE49-F238E27FC236}">
                <a16:creationId xmlns:a16="http://schemas.microsoft.com/office/drawing/2014/main" id="{3502E173-964C-4F2C-A481-AC7995153A94}"/>
              </a:ext>
            </a:extLst>
          </p:cNvPr>
          <p:cNvSpPr txBox="1"/>
          <p:nvPr/>
        </p:nvSpPr>
        <p:spPr>
          <a:xfrm>
            <a:off x="6829747" y="3198167"/>
            <a:ext cx="4826449" cy="461665"/>
          </a:xfrm>
          <a:prstGeom prst="rect">
            <a:avLst/>
          </a:prstGeom>
          <a:noFill/>
        </p:spPr>
        <p:txBody>
          <a:bodyPr wrap="none" rtlCol="0">
            <a:spAutoFit/>
          </a:bodyPr>
          <a:lstStyle/>
          <a:p>
            <a:r>
              <a:rPr lang="es-ES" sz="2400" dirty="0" err="1"/>
              <a:t>SetHoldRegs</a:t>
            </a:r>
            <a:r>
              <a:rPr lang="es-ES" sz="2400" dirty="0"/>
              <a:t>(id, </a:t>
            </a:r>
            <a:r>
              <a:rPr lang="es-ES" sz="2400" dirty="0" err="1"/>
              <a:t>count</a:t>
            </a:r>
            <a:r>
              <a:rPr lang="es-ES" sz="2400" dirty="0"/>
              <a:t>, </a:t>
            </a:r>
            <a:r>
              <a:rPr lang="es-ES" sz="2400" dirty="0">
                <a:solidFill>
                  <a:srgbClr val="FFC000"/>
                </a:solidFill>
              </a:rPr>
              <a:t>table</a:t>
            </a:r>
            <a:r>
              <a:rPr lang="es-ES" sz="2400" dirty="0"/>
              <a:t>, </a:t>
            </a:r>
            <a:r>
              <a:rPr lang="es-ES" sz="2400" dirty="0" err="1">
                <a:solidFill>
                  <a:srgbClr val="FFC000"/>
                </a:solidFill>
              </a:rPr>
              <a:t>type</a:t>
            </a:r>
            <a:r>
              <a:rPr lang="es-ES" sz="2400" dirty="0"/>
              <a:t>)</a:t>
            </a:r>
            <a:endParaRPr lang="es-MX" sz="2400" dirty="0"/>
          </a:p>
        </p:txBody>
      </p:sp>
      <p:sp>
        <p:nvSpPr>
          <p:cNvPr id="5" name="CuadroTexto 4">
            <a:extLst>
              <a:ext uri="{FF2B5EF4-FFF2-40B4-BE49-F238E27FC236}">
                <a16:creationId xmlns:a16="http://schemas.microsoft.com/office/drawing/2014/main" id="{40DC90D6-13DA-487D-9522-2DBFF61048A0}"/>
              </a:ext>
            </a:extLst>
          </p:cNvPr>
          <p:cNvSpPr txBox="1"/>
          <p:nvPr/>
        </p:nvSpPr>
        <p:spPr>
          <a:xfrm>
            <a:off x="7130405" y="1703019"/>
            <a:ext cx="4225131" cy="461665"/>
          </a:xfrm>
          <a:prstGeom prst="rect">
            <a:avLst/>
          </a:prstGeom>
          <a:noFill/>
        </p:spPr>
        <p:txBody>
          <a:bodyPr wrap="none" rtlCol="0">
            <a:spAutoFit/>
          </a:bodyPr>
          <a:lstStyle/>
          <a:p>
            <a:r>
              <a:rPr lang="es-ES" sz="2400" dirty="0" err="1"/>
              <a:t>SetCoils</a:t>
            </a:r>
            <a:r>
              <a:rPr lang="es-ES" sz="2400" dirty="0"/>
              <a:t>(id, </a:t>
            </a:r>
            <a:r>
              <a:rPr lang="es-ES" sz="2400" dirty="0" err="1"/>
              <a:t>addr</a:t>
            </a:r>
            <a:r>
              <a:rPr lang="es-ES" sz="2400" dirty="0"/>
              <a:t>, </a:t>
            </a:r>
            <a:r>
              <a:rPr lang="es-ES" sz="2400" dirty="0" err="1"/>
              <a:t>count</a:t>
            </a:r>
            <a:r>
              <a:rPr lang="es-ES" sz="2400" dirty="0"/>
              <a:t>, </a:t>
            </a:r>
            <a:r>
              <a:rPr lang="es-ES" sz="2400" dirty="0">
                <a:solidFill>
                  <a:srgbClr val="FFC000"/>
                </a:solidFill>
              </a:rPr>
              <a:t>table</a:t>
            </a:r>
            <a:r>
              <a:rPr lang="es-ES" sz="2400" dirty="0"/>
              <a:t>)</a:t>
            </a:r>
            <a:endParaRPr lang="es-MX" sz="2400" dirty="0"/>
          </a:p>
        </p:txBody>
      </p:sp>
      <p:pic>
        <p:nvPicPr>
          <p:cNvPr id="8" name="Imagen 7">
            <a:extLst>
              <a:ext uri="{FF2B5EF4-FFF2-40B4-BE49-F238E27FC236}">
                <a16:creationId xmlns:a16="http://schemas.microsoft.com/office/drawing/2014/main" id="{DD8D58D1-58EC-4CDC-9580-5ECD7836B0E8}"/>
              </a:ext>
            </a:extLst>
          </p:cNvPr>
          <p:cNvPicPr>
            <a:picLocks noChangeAspect="1"/>
          </p:cNvPicPr>
          <p:nvPr/>
        </p:nvPicPr>
        <p:blipFill>
          <a:blip r:embed="rId2"/>
          <a:stretch>
            <a:fillRect/>
          </a:stretch>
        </p:blipFill>
        <p:spPr>
          <a:xfrm>
            <a:off x="-7543" y="-25563"/>
            <a:ext cx="888053" cy="900000"/>
          </a:xfrm>
          <a:prstGeom prst="rect">
            <a:avLst/>
          </a:prstGeom>
        </p:spPr>
      </p:pic>
    </p:spTree>
    <p:extLst>
      <p:ext uri="{BB962C8B-B14F-4D97-AF65-F5344CB8AC3E}">
        <p14:creationId xmlns:p14="http://schemas.microsoft.com/office/powerpoint/2010/main" val="1009266617"/>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4">
            <a:extLst>
              <a:ext uri="{FF2B5EF4-FFF2-40B4-BE49-F238E27FC236}">
                <a16:creationId xmlns:a16="http://schemas.microsoft.com/office/drawing/2014/main" id="{44502753-8D89-46E8-84C8-0FD500EECD4D}"/>
              </a:ext>
            </a:extLst>
          </p:cNvPr>
          <p:cNvSpPr>
            <a:spLocks noGrp="1"/>
          </p:cNvSpPr>
          <p:nvPr>
            <p:ph type="title"/>
          </p:nvPr>
        </p:nvSpPr>
        <p:spPr/>
        <p:txBody>
          <a:bodyPr/>
          <a:lstStyle/>
          <a:p>
            <a:r>
              <a:rPr lang="es-MX" dirty="0"/>
              <a:t>Control de programa</a:t>
            </a:r>
          </a:p>
        </p:txBody>
      </p:sp>
      <p:sp>
        <p:nvSpPr>
          <p:cNvPr id="6" name="Marcador de contenido 5">
            <a:extLst>
              <a:ext uri="{FF2B5EF4-FFF2-40B4-BE49-F238E27FC236}">
                <a16:creationId xmlns:a16="http://schemas.microsoft.com/office/drawing/2014/main" id="{00653504-9548-4389-9CD8-2E4D3C63105D}"/>
              </a:ext>
            </a:extLst>
          </p:cNvPr>
          <p:cNvSpPr>
            <a:spLocks noGrp="1"/>
          </p:cNvSpPr>
          <p:nvPr>
            <p:ph sz="quarter" idx="10"/>
          </p:nvPr>
        </p:nvSpPr>
        <p:spPr>
          <a:xfrm>
            <a:off x="244928" y="2123126"/>
            <a:ext cx="6257366" cy="3914910"/>
          </a:xfrm>
        </p:spPr>
        <p:txBody>
          <a:bodyPr>
            <a:normAutofit/>
          </a:bodyPr>
          <a:lstStyle/>
          <a:p>
            <a:pPr marL="457200" indent="-457200">
              <a:buFont typeface="Arial" panose="020B0604020202020204" pitchFamily="34" charset="0"/>
              <a:buChar char="•"/>
            </a:pPr>
            <a:r>
              <a:rPr lang="es-ES" sz="2800" b="1" dirty="0"/>
              <a:t>Dormir:</a:t>
            </a:r>
            <a:r>
              <a:rPr lang="es-ES" sz="2800" dirty="0"/>
              <a:t> </a:t>
            </a:r>
            <a:r>
              <a:rPr lang="es-ES" sz="2400" dirty="0"/>
              <a:t>Hace que el programa espere un tiempo específico antes de seguir con la siguiente instrucción.</a:t>
            </a:r>
          </a:p>
          <a:p>
            <a:pPr marL="457200" indent="-457200">
              <a:buFont typeface="Arial" panose="020B0604020202020204" pitchFamily="34" charset="0"/>
              <a:buChar char="•"/>
            </a:pPr>
            <a:r>
              <a:rPr lang="es-ES" sz="2800" b="1" dirty="0"/>
              <a:t>Esperar:</a:t>
            </a:r>
            <a:r>
              <a:rPr lang="es-ES" sz="2800" dirty="0"/>
              <a:t> </a:t>
            </a:r>
            <a:r>
              <a:rPr lang="es-ES" sz="2400" dirty="0"/>
              <a:t>Pausa la ejecución hasta que un movimiento termine o retrasa el siguiente comando por un tiempo.</a:t>
            </a:r>
          </a:p>
          <a:p>
            <a:pPr marL="457200" indent="-457200">
              <a:buFont typeface="Arial" panose="020B0604020202020204" pitchFamily="34" charset="0"/>
              <a:buChar char="•"/>
            </a:pPr>
            <a:r>
              <a:rPr lang="es-ES" sz="2800" b="1" dirty="0"/>
              <a:t>Pausa:</a:t>
            </a:r>
            <a:r>
              <a:rPr lang="es-ES" sz="2800" dirty="0"/>
              <a:t> </a:t>
            </a:r>
            <a:r>
              <a:rPr lang="es-ES" sz="2400" dirty="0"/>
              <a:t>Detiene completamente el programa hasta que alguien lo reanude manualmente o de forma remota.</a:t>
            </a:r>
            <a:br>
              <a:rPr lang="es-ES" sz="2800" dirty="0"/>
            </a:br>
            <a:endParaRPr lang="es-ES" sz="2800" dirty="0"/>
          </a:p>
        </p:txBody>
      </p:sp>
      <p:sp>
        <p:nvSpPr>
          <p:cNvPr id="2" name="Marcador de número de diapositiva 1">
            <a:extLst>
              <a:ext uri="{FF2B5EF4-FFF2-40B4-BE49-F238E27FC236}">
                <a16:creationId xmlns:a16="http://schemas.microsoft.com/office/drawing/2014/main" id="{A49EA045-47A1-4A78-A787-C250FC9251C2}"/>
              </a:ext>
            </a:extLst>
          </p:cNvPr>
          <p:cNvSpPr>
            <a:spLocks noGrp="1"/>
          </p:cNvSpPr>
          <p:nvPr>
            <p:ph type="sldNum" sz="quarter" idx="4"/>
          </p:nvPr>
        </p:nvSpPr>
        <p:spPr/>
        <p:txBody>
          <a:bodyPr/>
          <a:lstStyle/>
          <a:p>
            <a:pPr rtl="0"/>
            <a:fld id="{B5CEABB6-07DC-46E8-9B57-56EC44A396E5}" type="slidenum">
              <a:rPr lang="es-ES" smtClean="0"/>
              <a:pPr rtl="0"/>
              <a:t>99</a:t>
            </a:fld>
            <a:endParaRPr lang="es-ES" dirty="0"/>
          </a:p>
        </p:txBody>
      </p:sp>
      <p:sp>
        <p:nvSpPr>
          <p:cNvPr id="3" name="CuadroTexto 2">
            <a:extLst>
              <a:ext uri="{FF2B5EF4-FFF2-40B4-BE49-F238E27FC236}">
                <a16:creationId xmlns:a16="http://schemas.microsoft.com/office/drawing/2014/main" id="{F9CEF289-41E0-46D5-8406-2A0E9E931694}"/>
              </a:ext>
            </a:extLst>
          </p:cNvPr>
          <p:cNvSpPr txBox="1"/>
          <p:nvPr/>
        </p:nvSpPr>
        <p:spPr>
          <a:xfrm>
            <a:off x="8337441" y="4693316"/>
            <a:ext cx="1196738" cy="461665"/>
          </a:xfrm>
          <a:prstGeom prst="rect">
            <a:avLst/>
          </a:prstGeom>
          <a:noFill/>
        </p:spPr>
        <p:txBody>
          <a:bodyPr wrap="none" rtlCol="0">
            <a:spAutoFit/>
          </a:bodyPr>
          <a:lstStyle/>
          <a:p>
            <a:r>
              <a:rPr lang="es-ES" sz="2400" dirty="0"/>
              <a:t>Pause()</a:t>
            </a:r>
            <a:endParaRPr lang="es-MX" sz="2400" dirty="0"/>
          </a:p>
        </p:txBody>
      </p:sp>
      <p:sp>
        <p:nvSpPr>
          <p:cNvPr id="4" name="CuadroTexto 3">
            <a:extLst>
              <a:ext uri="{FF2B5EF4-FFF2-40B4-BE49-F238E27FC236}">
                <a16:creationId xmlns:a16="http://schemas.microsoft.com/office/drawing/2014/main" id="{8C56FC85-8B81-4215-82A4-4DE8056E3CD0}"/>
              </a:ext>
            </a:extLst>
          </p:cNvPr>
          <p:cNvSpPr txBox="1"/>
          <p:nvPr/>
        </p:nvSpPr>
        <p:spPr>
          <a:xfrm>
            <a:off x="8134180" y="3572581"/>
            <a:ext cx="1603259" cy="461665"/>
          </a:xfrm>
          <a:prstGeom prst="rect">
            <a:avLst/>
          </a:prstGeom>
          <a:noFill/>
        </p:spPr>
        <p:txBody>
          <a:bodyPr wrap="none" rtlCol="0">
            <a:spAutoFit/>
          </a:bodyPr>
          <a:lstStyle/>
          <a:p>
            <a:r>
              <a:rPr lang="es-ES" sz="2400" dirty="0" err="1"/>
              <a:t>Wait</a:t>
            </a:r>
            <a:r>
              <a:rPr lang="es-ES" sz="2400" dirty="0"/>
              <a:t>(time)</a:t>
            </a:r>
            <a:endParaRPr lang="es-MX" sz="2400" dirty="0"/>
          </a:p>
        </p:txBody>
      </p:sp>
      <p:sp>
        <p:nvSpPr>
          <p:cNvPr id="8" name="CuadroTexto 7">
            <a:extLst>
              <a:ext uri="{FF2B5EF4-FFF2-40B4-BE49-F238E27FC236}">
                <a16:creationId xmlns:a16="http://schemas.microsoft.com/office/drawing/2014/main" id="{4D0653DD-BBBC-49AE-8D36-45C1B981DCE0}"/>
              </a:ext>
            </a:extLst>
          </p:cNvPr>
          <p:cNvSpPr txBox="1"/>
          <p:nvPr/>
        </p:nvSpPr>
        <p:spPr>
          <a:xfrm>
            <a:off x="8083909" y="2291551"/>
            <a:ext cx="1703800" cy="461665"/>
          </a:xfrm>
          <a:prstGeom prst="rect">
            <a:avLst/>
          </a:prstGeom>
          <a:noFill/>
        </p:spPr>
        <p:txBody>
          <a:bodyPr wrap="none" rtlCol="0">
            <a:spAutoFit/>
          </a:bodyPr>
          <a:lstStyle/>
          <a:p>
            <a:r>
              <a:rPr lang="es-ES" sz="2400" dirty="0" err="1"/>
              <a:t>Sleep</a:t>
            </a:r>
            <a:r>
              <a:rPr lang="es-ES" sz="2400" dirty="0"/>
              <a:t>(time)</a:t>
            </a:r>
            <a:endParaRPr lang="es-MX" sz="2400" dirty="0"/>
          </a:p>
        </p:txBody>
      </p:sp>
      <p:pic>
        <p:nvPicPr>
          <p:cNvPr id="9" name="Imagen 8">
            <a:extLst>
              <a:ext uri="{FF2B5EF4-FFF2-40B4-BE49-F238E27FC236}">
                <a16:creationId xmlns:a16="http://schemas.microsoft.com/office/drawing/2014/main" id="{D3F2B2CD-520E-4745-B93A-D1A54EC91666}"/>
              </a:ext>
            </a:extLst>
          </p:cNvPr>
          <p:cNvPicPr>
            <a:picLocks noChangeAspect="1"/>
          </p:cNvPicPr>
          <p:nvPr/>
        </p:nvPicPr>
        <p:blipFill>
          <a:blip r:embed="rId2"/>
          <a:stretch>
            <a:fillRect/>
          </a:stretch>
        </p:blipFill>
        <p:spPr>
          <a:xfrm>
            <a:off x="-7543" y="-25563"/>
            <a:ext cx="888053" cy="900000"/>
          </a:xfrm>
          <a:prstGeom prst="rect">
            <a:avLst/>
          </a:prstGeom>
        </p:spPr>
      </p:pic>
    </p:spTree>
    <p:extLst>
      <p:ext uri="{BB962C8B-B14F-4D97-AF65-F5344CB8AC3E}">
        <p14:creationId xmlns:p14="http://schemas.microsoft.com/office/powerpoint/2010/main" val="1384896993"/>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4">
            <a:extLst>
              <a:ext uri="{FF2B5EF4-FFF2-40B4-BE49-F238E27FC236}">
                <a16:creationId xmlns:a16="http://schemas.microsoft.com/office/drawing/2014/main" id="{44502753-8D89-46E8-84C8-0FD500EECD4D}"/>
              </a:ext>
            </a:extLst>
          </p:cNvPr>
          <p:cNvSpPr>
            <a:spLocks noGrp="1"/>
          </p:cNvSpPr>
          <p:nvPr>
            <p:ph type="title"/>
          </p:nvPr>
        </p:nvSpPr>
        <p:spPr/>
        <p:txBody>
          <a:bodyPr/>
          <a:lstStyle/>
          <a:p>
            <a:r>
              <a:rPr lang="es-MX" dirty="0"/>
              <a:t>Control de programa</a:t>
            </a:r>
          </a:p>
        </p:txBody>
      </p:sp>
      <p:sp>
        <p:nvSpPr>
          <p:cNvPr id="6" name="Marcador de contenido 5">
            <a:extLst>
              <a:ext uri="{FF2B5EF4-FFF2-40B4-BE49-F238E27FC236}">
                <a16:creationId xmlns:a16="http://schemas.microsoft.com/office/drawing/2014/main" id="{00653504-9548-4389-9CD8-2E4D3C63105D}"/>
              </a:ext>
            </a:extLst>
          </p:cNvPr>
          <p:cNvSpPr>
            <a:spLocks noGrp="1"/>
          </p:cNvSpPr>
          <p:nvPr>
            <p:ph sz="quarter" idx="10"/>
          </p:nvPr>
        </p:nvSpPr>
        <p:spPr>
          <a:xfrm>
            <a:off x="244928" y="2123126"/>
            <a:ext cx="6257366" cy="3914910"/>
          </a:xfrm>
        </p:spPr>
        <p:txBody>
          <a:bodyPr>
            <a:normAutofit/>
          </a:bodyPr>
          <a:lstStyle/>
          <a:p>
            <a:pPr marL="342900" indent="-342900">
              <a:buFont typeface="Arial" panose="020B0604020202020204" pitchFamily="34" charset="0"/>
              <a:buChar char="•"/>
            </a:pPr>
            <a:r>
              <a:rPr lang="es-ES" sz="2800" b="1" dirty="0"/>
              <a:t>Establecer nivel de colisión:</a:t>
            </a:r>
            <a:r>
              <a:rPr lang="es-ES" sz="2800" dirty="0"/>
              <a:t> </a:t>
            </a:r>
            <a:r>
              <a:rPr lang="es-ES" sz="2400" dirty="0"/>
              <a:t>Configura el límite para que el robot detecte si ha chocado con algo.</a:t>
            </a:r>
          </a:p>
          <a:p>
            <a:pPr marL="342900" indent="-342900">
              <a:buFont typeface="Arial" panose="020B0604020202020204" pitchFamily="34" charset="0"/>
              <a:buChar char="•"/>
            </a:pPr>
            <a:r>
              <a:rPr lang="es-ES" sz="2800" b="1" dirty="0"/>
              <a:t>Restablecer tiempo transcurrido:</a:t>
            </a:r>
            <a:r>
              <a:rPr lang="es-ES" sz="2800" dirty="0"/>
              <a:t> </a:t>
            </a:r>
            <a:r>
              <a:rPr lang="es-ES" sz="2400" dirty="0"/>
              <a:t>Reinicia un temporizador para medir cuánto tiempo tarda una acción. Se usa junto con el comando que mide el tiempo transcurrido.</a:t>
            </a:r>
            <a:endParaRPr lang="es-ES" sz="2800" dirty="0"/>
          </a:p>
        </p:txBody>
      </p:sp>
      <p:sp>
        <p:nvSpPr>
          <p:cNvPr id="2" name="Marcador de número de diapositiva 1">
            <a:extLst>
              <a:ext uri="{FF2B5EF4-FFF2-40B4-BE49-F238E27FC236}">
                <a16:creationId xmlns:a16="http://schemas.microsoft.com/office/drawing/2014/main" id="{A49EA045-47A1-4A78-A787-C250FC9251C2}"/>
              </a:ext>
            </a:extLst>
          </p:cNvPr>
          <p:cNvSpPr>
            <a:spLocks noGrp="1"/>
          </p:cNvSpPr>
          <p:nvPr>
            <p:ph type="sldNum" sz="quarter" idx="4"/>
          </p:nvPr>
        </p:nvSpPr>
        <p:spPr/>
        <p:txBody>
          <a:bodyPr/>
          <a:lstStyle/>
          <a:p>
            <a:pPr rtl="0"/>
            <a:fld id="{B5CEABB6-07DC-46E8-9B57-56EC44A396E5}" type="slidenum">
              <a:rPr lang="es-ES" smtClean="0"/>
              <a:pPr rtl="0"/>
              <a:t>100</a:t>
            </a:fld>
            <a:endParaRPr lang="es-ES" dirty="0"/>
          </a:p>
        </p:txBody>
      </p:sp>
      <p:sp>
        <p:nvSpPr>
          <p:cNvPr id="3" name="CuadroTexto 2">
            <a:extLst>
              <a:ext uri="{FF2B5EF4-FFF2-40B4-BE49-F238E27FC236}">
                <a16:creationId xmlns:a16="http://schemas.microsoft.com/office/drawing/2014/main" id="{A7EDB95B-5C28-46BF-B3E9-BFA4587480E5}"/>
              </a:ext>
            </a:extLst>
          </p:cNvPr>
          <p:cNvSpPr txBox="1"/>
          <p:nvPr/>
        </p:nvSpPr>
        <p:spPr>
          <a:xfrm>
            <a:off x="7899250" y="4080581"/>
            <a:ext cx="2094612" cy="461665"/>
          </a:xfrm>
          <a:prstGeom prst="rect">
            <a:avLst/>
          </a:prstGeom>
          <a:noFill/>
        </p:spPr>
        <p:txBody>
          <a:bodyPr wrap="none" rtlCol="0">
            <a:spAutoFit/>
          </a:bodyPr>
          <a:lstStyle/>
          <a:p>
            <a:r>
              <a:rPr lang="es-ES" sz="2400"/>
              <a:t>ElapsedTime()</a:t>
            </a:r>
            <a:endParaRPr lang="es-MX" sz="2400" dirty="0"/>
          </a:p>
        </p:txBody>
      </p:sp>
      <p:sp>
        <p:nvSpPr>
          <p:cNvPr id="8" name="CuadroTexto 7">
            <a:extLst>
              <a:ext uri="{FF2B5EF4-FFF2-40B4-BE49-F238E27FC236}">
                <a16:creationId xmlns:a16="http://schemas.microsoft.com/office/drawing/2014/main" id="{F6EC87CE-6639-4A72-B2A9-602E9E2FB8DF}"/>
              </a:ext>
            </a:extLst>
          </p:cNvPr>
          <p:cNvSpPr txBox="1"/>
          <p:nvPr/>
        </p:nvSpPr>
        <p:spPr>
          <a:xfrm>
            <a:off x="7330344" y="2362302"/>
            <a:ext cx="3232423" cy="461665"/>
          </a:xfrm>
          <a:prstGeom prst="rect">
            <a:avLst/>
          </a:prstGeom>
          <a:noFill/>
        </p:spPr>
        <p:txBody>
          <a:bodyPr wrap="none" rtlCol="0">
            <a:spAutoFit/>
          </a:bodyPr>
          <a:lstStyle/>
          <a:p>
            <a:r>
              <a:rPr lang="es-ES" sz="2400" dirty="0" err="1"/>
              <a:t>SetCollisionLevel</a:t>
            </a:r>
            <a:r>
              <a:rPr lang="es-ES" sz="2400" dirty="0"/>
              <a:t>(</a:t>
            </a:r>
            <a:r>
              <a:rPr lang="es-ES" sz="2400" dirty="0" err="1"/>
              <a:t>level</a:t>
            </a:r>
            <a:r>
              <a:rPr lang="es-ES" sz="2400" dirty="0"/>
              <a:t>)</a:t>
            </a:r>
            <a:endParaRPr lang="es-MX" sz="2400" dirty="0"/>
          </a:p>
        </p:txBody>
      </p:sp>
      <p:pic>
        <p:nvPicPr>
          <p:cNvPr id="7" name="Imagen 6">
            <a:extLst>
              <a:ext uri="{FF2B5EF4-FFF2-40B4-BE49-F238E27FC236}">
                <a16:creationId xmlns:a16="http://schemas.microsoft.com/office/drawing/2014/main" id="{1184F4C8-DD53-49AA-AEBF-E0EB1507940E}"/>
              </a:ext>
            </a:extLst>
          </p:cNvPr>
          <p:cNvPicPr>
            <a:picLocks noChangeAspect="1"/>
          </p:cNvPicPr>
          <p:nvPr/>
        </p:nvPicPr>
        <p:blipFill>
          <a:blip r:embed="rId2"/>
          <a:stretch>
            <a:fillRect/>
          </a:stretch>
        </p:blipFill>
        <p:spPr>
          <a:xfrm>
            <a:off x="-7543" y="-25563"/>
            <a:ext cx="888053" cy="900000"/>
          </a:xfrm>
          <a:prstGeom prst="rect">
            <a:avLst/>
          </a:prstGeom>
        </p:spPr>
      </p:pic>
    </p:spTree>
    <p:extLst>
      <p:ext uri="{BB962C8B-B14F-4D97-AF65-F5344CB8AC3E}">
        <p14:creationId xmlns:p14="http://schemas.microsoft.com/office/powerpoint/2010/main" val="1555911310"/>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Marcador de contenido 5">
            <a:extLst>
              <a:ext uri="{FF2B5EF4-FFF2-40B4-BE49-F238E27FC236}">
                <a16:creationId xmlns:a16="http://schemas.microsoft.com/office/drawing/2014/main" id="{34E24264-76B7-4CEE-89C8-7ED41180125D}"/>
              </a:ext>
            </a:extLst>
          </p:cNvPr>
          <p:cNvSpPr>
            <a:spLocks noGrp="1"/>
          </p:cNvSpPr>
          <p:nvPr>
            <p:ph sz="quarter" idx="10"/>
          </p:nvPr>
        </p:nvSpPr>
        <p:spPr>
          <a:xfrm>
            <a:off x="721894" y="1647851"/>
            <a:ext cx="5374106" cy="6057669"/>
          </a:xfrm>
        </p:spPr>
        <p:txBody>
          <a:bodyPr>
            <a:normAutofit/>
          </a:bodyPr>
          <a:lstStyle/>
          <a:p>
            <a:r>
              <a:rPr lang="es-ES" sz="2600" b="1" dirty="0"/>
              <a:t>Tiempo del sistema:</a:t>
            </a:r>
            <a:r>
              <a:rPr lang="es-ES" sz="2600" dirty="0"/>
              <a:t> </a:t>
            </a:r>
            <a:r>
              <a:rPr lang="es-ES" sz="2400" dirty="0"/>
              <a:t>Obtiene la hora actual del sistema o reloj del robot.</a:t>
            </a:r>
          </a:p>
          <a:p>
            <a:r>
              <a:rPr lang="es-ES" sz="2600" b="1" dirty="0"/>
              <a:t>Establecer carga útil:</a:t>
            </a:r>
            <a:r>
              <a:rPr lang="es-ES" sz="2600" dirty="0"/>
              <a:t> </a:t>
            </a:r>
            <a:r>
              <a:rPr lang="es-ES" sz="2400" dirty="0"/>
              <a:t>Ajusta el peso y la posición de la carga que lleva el robot, para que pueda moverse con seguridad.</a:t>
            </a:r>
          </a:p>
          <a:p>
            <a:r>
              <a:rPr lang="es-ES" sz="2600" b="1" dirty="0"/>
              <a:t>SetTool485:</a:t>
            </a:r>
            <a:r>
              <a:rPr lang="es-ES" sz="2600" dirty="0"/>
              <a:t> </a:t>
            </a:r>
            <a:r>
              <a:rPr lang="es-ES" sz="2400" dirty="0"/>
              <a:t>Configura cómo se envían y reciben los datos por la conexión RS485 de la herramienta que está en el extremo del robot.</a:t>
            </a:r>
            <a:br>
              <a:rPr lang="es-ES" sz="2000" dirty="0"/>
            </a:br>
            <a:endParaRPr lang="es-ES" sz="2400" i="0" dirty="0">
              <a:solidFill>
                <a:srgbClr val="111111"/>
              </a:solidFill>
              <a:effectLst/>
              <a:latin typeface="Roboto" panose="02000000000000000000" pitchFamily="2" charset="0"/>
            </a:endParaRPr>
          </a:p>
        </p:txBody>
      </p:sp>
      <p:sp>
        <p:nvSpPr>
          <p:cNvPr id="2" name="Marcador de número de diapositiva 1">
            <a:extLst>
              <a:ext uri="{FF2B5EF4-FFF2-40B4-BE49-F238E27FC236}">
                <a16:creationId xmlns:a16="http://schemas.microsoft.com/office/drawing/2014/main" id="{992A9218-D150-451F-B0E6-5D56400AC431}"/>
              </a:ext>
            </a:extLst>
          </p:cNvPr>
          <p:cNvSpPr>
            <a:spLocks noGrp="1"/>
          </p:cNvSpPr>
          <p:nvPr>
            <p:ph type="sldNum" sz="quarter" idx="4"/>
          </p:nvPr>
        </p:nvSpPr>
        <p:spPr/>
        <p:txBody>
          <a:bodyPr/>
          <a:lstStyle/>
          <a:p>
            <a:pPr rtl="0"/>
            <a:fld id="{B5CEABB6-07DC-46E8-9B57-56EC44A396E5}" type="slidenum">
              <a:rPr lang="es-ES" smtClean="0"/>
              <a:pPr rtl="0"/>
              <a:t>101</a:t>
            </a:fld>
            <a:endParaRPr lang="es-ES" dirty="0"/>
          </a:p>
        </p:txBody>
      </p:sp>
      <p:sp>
        <p:nvSpPr>
          <p:cNvPr id="10" name="Título 4">
            <a:extLst>
              <a:ext uri="{FF2B5EF4-FFF2-40B4-BE49-F238E27FC236}">
                <a16:creationId xmlns:a16="http://schemas.microsoft.com/office/drawing/2014/main" id="{854011CC-1DA5-4E9C-B125-8BA389E263CE}"/>
              </a:ext>
            </a:extLst>
          </p:cNvPr>
          <p:cNvSpPr>
            <a:spLocks noGrp="1"/>
          </p:cNvSpPr>
          <p:nvPr>
            <p:ph type="title"/>
          </p:nvPr>
        </p:nvSpPr>
        <p:spPr>
          <a:xfrm>
            <a:off x="891990" y="434225"/>
            <a:ext cx="9524998" cy="1499627"/>
          </a:xfrm>
        </p:spPr>
        <p:txBody>
          <a:bodyPr/>
          <a:lstStyle/>
          <a:p>
            <a:r>
              <a:rPr lang="es-MX" dirty="0"/>
              <a:t>Control de programa</a:t>
            </a:r>
          </a:p>
        </p:txBody>
      </p:sp>
      <p:sp>
        <p:nvSpPr>
          <p:cNvPr id="3" name="CuadroTexto 2">
            <a:extLst>
              <a:ext uri="{FF2B5EF4-FFF2-40B4-BE49-F238E27FC236}">
                <a16:creationId xmlns:a16="http://schemas.microsoft.com/office/drawing/2014/main" id="{E7DAF88B-AE08-4E89-8563-C7BCE0B65E8E}"/>
              </a:ext>
            </a:extLst>
          </p:cNvPr>
          <p:cNvSpPr txBox="1"/>
          <p:nvPr/>
        </p:nvSpPr>
        <p:spPr>
          <a:xfrm>
            <a:off x="8277445" y="1833520"/>
            <a:ext cx="1432956" cy="461665"/>
          </a:xfrm>
          <a:prstGeom prst="rect">
            <a:avLst/>
          </a:prstGeom>
          <a:noFill/>
        </p:spPr>
        <p:txBody>
          <a:bodyPr wrap="none" rtlCol="0">
            <a:spAutoFit/>
          </a:bodyPr>
          <a:lstStyle/>
          <a:p>
            <a:r>
              <a:rPr lang="es-ES" sz="2400" dirty="0" err="1"/>
              <a:t>Systime</a:t>
            </a:r>
            <a:r>
              <a:rPr lang="es-ES" sz="2400" dirty="0"/>
              <a:t>()</a:t>
            </a:r>
            <a:endParaRPr lang="es-MX" sz="2400" dirty="0"/>
          </a:p>
        </p:txBody>
      </p:sp>
      <p:sp>
        <p:nvSpPr>
          <p:cNvPr id="8" name="CuadroTexto 7">
            <a:extLst>
              <a:ext uri="{FF2B5EF4-FFF2-40B4-BE49-F238E27FC236}">
                <a16:creationId xmlns:a16="http://schemas.microsoft.com/office/drawing/2014/main" id="{E3258850-962E-4E6B-94F0-7D207D53A1E7}"/>
              </a:ext>
            </a:extLst>
          </p:cNvPr>
          <p:cNvSpPr txBox="1"/>
          <p:nvPr/>
        </p:nvSpPr>
        <p:spPr>
          <a:xfrm>
            <a:off x="6641612" y="3198167"/>
            <a:ext cx="4704621" cy="461665"/>
          </a:xfrm>
          <a:prstGeom prst="rect">
            <a:avLst/>
          </a:prstGeom>
          <a:noFill/>
        </p:spPr>
        <p:txBody>
          <a:bodyPr wrap="none" rtlCol="0">
            <a:spAutoFit/>
          </a:bodyPr>
          <a:lstStyle/>
          <a:p>
            <a:r>
              <a:rPr lang="es-ES" sz="2400" dirty="0" err="1"/>
              <a:t>SetPayload</a:t>
            </a:r>
            <a:r>
              <a:rPr lang="es-ES" sz="2400" dirty="0"/>
              <a:t>(</a:t>
            </a:r>
            <a:r>
              <a:rPr lang="es-ES" sz="2400" dirty="0" err="1"/>
              <a:t>payload</a:t>
            </a:r>
            <a:r>
              <a:rPr lang="es-ES" sz="2400" dirty="0"/>
              <a:t>, {x, y}, </a:t>
            </a:r>
            <a:r>
              <a:rPr lang="es-ES" sz="2400" dirty="0" err="1"/>
              <a:t>index</a:t>
            </a:r>
            <a:r>
              <a:rPr lang="es-ES" sz="2400" dirty="0"/>
              <a:t>)</a:t>
            </a:r>
            <a:endParaRPr lang="es-MX" sz="2400" dirty="0"/>
          </a:p>
        </p:txBody>
      </p:sp>
      <p:sp>
        <p:nvSpPr>
          <p:cNvPr id="11" name="CuadroTexto 10">
            <a:extLst>
              <a:ext uri="{FF2B5EF4-FFF2-40B4-BE49-F238E27FC236}">
                <a16:creationId xmlns:a16="http://schemas.microsoft.com/office/drawing/2014/main" id="{7EB377DA-0ECD-45D4-A371-D5969213E36D}"/>
              </a:ext>
            </a:extLst>
          </p:cNvPr>
          <p:cNvSpPr txBox="1"/>
          <p:nvPr/>
        </p:nvSpPr>
        <p:spPr>
          <a:xfrm>
            <a:off x="6802328" y="4924147"/>
            <a:ext cx="4383188" cy="461665"/>
          </a:xfrm>
          <a:prstGeom prst="rect">
            <a:avLst/>
          </a:prstGeom>
          <a:noFill/>
        </p:spPr>
        <p:txBody>
          <a:bodyPr wrap="none" rtlCol="0">
            <a:spAutoFit/>
          </a:bodyPr>
          <a:lstStyle/>
          <a:p>
            <a:r>
              <a:rPr lang="es-ES" sz="2400" dirty="0"/>
              <a:t>SetTool485(</a:t>
            </a:r>
            <a:r>
              <a:rPr lang="es-ES" sz="2400" dirty="0" err="1"/>
              <a:t>baud,parity,stopbit</a:t>
            </a:r>
            <a:r>
              <a:rPr lang="es-ES" sz="2400" dirty="0"/>
              <a:t>)</a:t>
            </a:r>
            <a:endParaRPr lang="es-MX" sz="2400" dirty="0"/>
          </a:p>
        </p:txBody>
      </p:sp>
      <p:pic>
        <p:nvPicPr>
          <p:cNvPr id="9" name="Imagen 8">
            <a:extLst>
              <a:ext uri="{FF2B5EF4-FFF2-40B4-BE49-F238E27FC236}">
                <a16:creationId xmlns:a16="http://schemas.microsoft.com/office/drawing/2014/main" id="{949723EF-D990-4B41-9D1E-BC6CE6EACD70}"/>
              </a:ext>
            </a:extLst>
          </p:cNvPr>
          <p:cNvPicPr>
            <a:picLocks noChangeAspect="1"/>
          </p:cNvPicPr>
          <p:nvPr/>
        </p:nvPicPr>
        <p:blipFill>
          <a:blip r:embed="rId2"/>
          <a:stretch>
            <a:fillRect/>
          </a:stretch>
        </p:blipFill>
        <p:spPr>
          <a:xfrm>
            <a:off x="-7543" y="-25563"/>
            <a:ext cx="888053" cy="900000"/>
          </a:xfrm>
          <a:prstGeom prst="rect">
            <a:avLst/>
          </a:prstGeom>
        </p:spPr>
      </p:pic>
    </p:spTree>
    <p:extLst>
      <p:ext uri="{BB962C8B-B14F-4D97-AF65-F5344CB8AC3E}">
        <p14:creationId xmlns:p14="http://schemas.microsoft.com/office/powerpoint/2010/main" val="2366814656"/>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Marcador de contenido 5">
            <a:extLst>
              <a:ext uri="{FF2B5EF4-FFF2-40B4-BE49-F238E27FC236}">
                <a16:creationId xmlns:a16="http://schemas.microsoft.com/office/drawing/2014/main" id="{34E24264-76B7-4CEE-89C8-7ED41180125D}"/>
              </a:ext>
            </a:extLst>
          </p:cNvPr>
          <p:cNvSpPr>
            <a:spLocks noGrp="1"/>
          </p:cNvSpPr>
          <p:nvPr>
            <p:ph sz="quarter" idx="10"/>
          </p:nvPr>
        </p:nvSpPr>
        <p:spPr>
          <a:xfrm>
            <a:off x="914400" y="2670350"/>
            <a:ext cx="5755341" cy="6196404"/>
          </a:xfrm>
        </p:spPr>
        <p:txBody>
          <a:bodyPr>
            <a:normAutofit/>
          </a:bodyPr>
          <a:lstStyle/>
          <a:p>
            <a:r>
              <a:rPr lang="es-ES" sz="2800" b="1" dirty="0"/>
              <a:t>Establecer </a:t>
            </a:r>
            <a:r>
              <a:rPr lang="es-ES" sz="2800" b="1" dirty="0" err="1"/>
              <a:t>usuario:</a:t>
            </a:r>
            <a:r>
              <a:rPr lang="es-ES" sz="2400" dirty="0" err="1"/>
              <a:t>Cambia</a:t>
            </a:r>
            <a:r>
              <a:rPr lang="es-ES" sz="2400" dirty="0"/>
              <a:t> el sistema de coordenadas (el punto de referencia) que usa un usuario específico para mover el robot.</a:t>
            </a:r>
          </a:p>
          <a:p>
            <a:r>
              <a:rPr lang="es-ES" sz="2800" b="1" dirty="0"/>
              <a:t>Establecer herramienta</a:t>
            </a:r>
            <a:r>
              <a:rPr lang="es-ES" sz="2800" b="1"/>
              <a:t>:</a:t>
            </a:r>
            <a:r>
              <a:rPr lang="es-ES" sz="2800"/>
              <a:t> </a:t>
            </a:r>
            <a:r>
              <a:rPr lang="es-ES" sz="2400"/>
              <a:t>Cambia el sistema de coordenadas que usa una herramienta específica conectada al robot para trabajar.</a:t>
            </a:r>
            <a:endParaRPr lang="es-ES" sz="3200" i="0" dirty="0">
              <a:solidFill>
                <a:srgbClr val="111111"/>
              </a:solidFill>
              <a:effectLst/>
              <a:latin typeface="Roboto" panose="02000000000000000000" pitchFamily="2" charset="0"/>
            </a:endParaRPr>
          </a:p>
        </p:txBody>
      </p:sp>
      <p:sp>
        <p:nvSpPr>
          <p:cNvPr id="2" name="Marcador de número de diapositiva 1">
            <a:extLst>
              <a:ext uri="{FF2B5EF4-FFF2-40B4-BE49-F238E27FC236}">
                <a16:creationId xmlns:a16="http://schemas.microsoft.com/office/drawing/2014/main" id="{992A9218-D150-451F-B0E6-5D56400AC431}"/>
              </a:ext>
            </a:extLst>
          </p:cNvPr>
          <p:cNvSpPr>
            <a:spLocks noGrp="1"/>
          </p:cNvSpPr>
          <p:nvPr>
            <p:ph type="sldNum" sz="quarter" idx="4"/>
          </p:nvPr>
        </p:nvSpPr>
        <p:spPr/>
        <p:txBody>
          <a:bodyPr/>
          <a:lstStyle/>
          <a:p>
            <a:pPr rtl="0"/>
            <a:fld id="{B5CEABB6-07DC-46E8-9B57-56EC44A396E5}" type="slidenum">
              <a:rPr lang="es-ES" smtClean="0"/>
              <a:pPr rtl="0"/>
              <a:t>102</a:t>
            </a:fld>
            <a:endParaRPr lang="es-ES" dirty="0"/>
          </a:p>
        </p:txBody>
      </p:sp>
      <p:sp>
        <p:nvSpPr>
          <p:cNvPr id="11" name="Título 4">
            <a:extLst>
              <a:ext uri="{FF2B5EF4-FFF2-40B4-BE49-F238E27FC236}">
                <a16:creationId xmlns:a16="http://schemas.microsoft.com/office/drawing/2014/main" id="{D408F970-4021-4E2B-9F7A-CCE43B91A101}"/>
              </a:ext>
            </a:extLst>
          </p:cNvPr>
          <p:cNvSpPr>
            <a:spLocks noGrp="1"/>
          </p:cNvSpPr>
          <p:nvPr>
            <p:ph type="title"/>
          </p:nvPr>
        </p:nvSpPr>
        <p:spPr>
          <a:xfrm>
            <a:off x="891990" y="434225"/>
            <a:ext cx="9524998" cy="1499627"/>
          </a:xfrm>
        </p:spPr>
        <p:txBody>
          <a:bodyPr/>
          <a:lstStyle/>
          <a:p>
            <a:r>
              <a:rPr lang="es-MX" dirty="0"/>
              <a:t>Control de programa</a:t>
            </a:r>
          </a:p>
        </p:txBody>
      </p:sp>
      <p:sp>
        <p:nvSpPr>
          <p:cNvPr id="3" name="CuadroTexto 2">
            <a:extLst>
              <a:ext uri="{FF2B5EF4-FFF2-40B4-BE49-F238E27FC236}">
                <a16:creationId xmlns:a16="http://schemas.microsoft.com/office/drawing/2014/main" id="{724FB4C5-A8AE-4B28-B8FB-BA0A5816E7E5}"/>
              </a:ext>
            </a:extLst>
          </p:cNvPr>
          <p:cNvSpPr txBox="1"/>
          <p:nvPr/>
        </p:nvSpPr>
        <p:spPr>
          <a:xfrm>
            <a:off x="7661418" y="2967335"/>
            <a:ext cx="2919743" cy="461665"/>
          </a:xfrm>
          <a:prstGeom prst="rect">
            <a:avLst/>
          </a:prstGeom>
          <a:noFill/>
        </p:spPr>
        <p:txBody>
          <a:bodyPr wrap="square" rtlCol="0">
            <a:spAutoFit/>
          </a:bodyPr>
          <a:lstStyle/>
          <a:p>
            <a:r>
              <a:rPr lang="es-ES" sz="2400" dirty="0" err="1"/>
              <a:t>SetUser</a:t>
            </a:r>
            <a:r>
              <a:rPr lang="es-ES" sz="2400" dirty="0"/>
              <a:t>(</a:t>
            </a:r>
            <a:r>
              <a:rPr lang="es-ES" sz="2400" dirty="0" err="1"/>
              <a:t>index,</a:t>
            </a:r>
            <a:r>
              <a:rPr lang="es-ES" sz="2400" dirty="0" err="1">
                <a:solidFill>
                  <a:srgbClr val="FFC000"/>
                </a:solidFill>
              </a:rPr>
              <a:t>table</a:t>
            </a:r>
            <a:r>
              <a:rPr lang="es-ES" sz="2400" dirty="0"/>
              <a:t>)</a:t>
            </a:r>
            <a:endParaRPr lang="es-MX" sz="2400" dirty="0"/>
          </a:p>
        </p:txBody>
      </p:sp>
      <p:sp>
        <p:nvSpPr>
          <p:cNvPr id="4" name="CuadroTexto 3">
            <a:extLst>
              <a:ext uri="{FF2B5EF4-FFF2-40B4-BE49-F238E27FC236}">
                <a16:creationId xmlns:a16="http://schemas.microsoft.com/office/drawing/2014/main" id="{18497C1C-F375-4D67-8E8B-23D15D8899D3}"/>
              </a:ext>
            </a:extLst>
          </p:cNvPr>
          <p:cNvSpPr txBox="1"/>
          <p:nvPr/>
        </p:nvSpPr>
        <p:spPr>
          <a:xfrm>
            <a:off x="7609681" y="4231650"/>
            <a:ext cx="2807307" cy="461665"/>
          </a:xfrm>
          <a:prstGeom prst="rect">
            <a:avLst/>
          </a:prstGeom>
          <a:noFill/>
        </p:spPr>
        <p:txBody>
          <a:bodyPr wrap="none" rtlCol="0">
            <a:spAutoFit/>
          </a:bodyPr>
          <a:lstStyle/>
          <a:p>
            <a:r>
              <a:rPr lang="es-ES" sz="2400" dirty="0" err="1"/>
              <a:t>SetTool</a:t>
            </a:r>
            <a:r>
              <a:rPr lang="es-ES" sz="2400" dirty="0"/>
              <a:t>(</a:t>
            </a:r>
            <a:r>
              <a:rPr lang="es-ES" sz="2400" dirty="0" err="1"/>
              <a:t>index,</a:t>
            </a:r>
            <a:r>
              <a:rPr lang="es-ES" sz="2400" dirty="0" err="1">
                <a:solidFill>
                  <a:srgbClr val="FFC000"/>
                </a:solidFill>
              </a:rPr>
              <a:t>table</a:t>
            </a:r>
            <a:r>
              <a:rPr lang="es-ES" sz="2400" dirty="0"/>
              <a:t>)</a:t>
            </a:r>
            <a:endParaRPr lang="es-MX" sz="2400" dirty="0"/>
          </a:p>
        </p:txBody>
      </p:sp>
      <p:pic>
        <p:nvPicPr>
          <p:cNvPr id="7" name="Imagen 6">
            <a:extLst>
              <a:ext uri="{FF2B5EF4-FFF2-40B4-BE49-F238E27FC236}">
                <a16:creationId xmlns:a16="http://schemas.microsoft.com/office/drawing/2014/main" id="{8C8E5974-666B-46C1-8A64-1DA2F49728BD}"/>
              </a:ext>
            </a:extLst>
          </p:cNvPr>
          <p:cNvPicPr>
            <a:picLocks noChangeAspect="1"/>
          </p:cNvPicPr>
          <p:nvPr/>
        </p:nvPicPr>
        <p:blipFill>
          <a:blip r:embed="rId2"/>
          <a:stretch>
            <a:fillRect/>
          </a:stretch>
        </p:blipFill>
        <p:spPr>
          <a:xfrm>
            <a:off x="-7543" y="-25563"/>
            <a:ext cx="888053" cy="900000"/>
          </a:xfrm>
          <a:prstGeom prst="rect">
            <a:avLst/>
          </a:prstGeom>
        </p:spPr>
      </p:pic>
    </p:spTree>
    <p:extLst>
      <p:ext uri="{BB962C8B-B14F-4D97-AF65-F5344CB8AC3E}">
        <p14:creationId xmlns:p14="http://schemas.microsoft.com/office/powerpoint/2010/main" val="19377303"/>
      </p:ext>
    </p:extLst>
  </p:cSld>
  <p:clrMapOvr>
    <a:masterClrMapping/>
  </p:clrMapOvr>
</p:sld>
</file>

<file path=ppt/theme/theme1.xml><?xml version="1.0" encoding="utf-8"?>
<a:theme xmlns:a="http://schemas.openxmlformats.org/drawingml/2006/main" name="Personalizar">
  <a:themeElements>
    <a:clrScheme name="Custom 149">
      <a:dk1>
        <a:sysClr val="windowText" lastClr="000000"/>
      </a:dk1>
      <a:lt1>
        <a:sysClr val="window" lastClr="FFFFFF"/>
      </a:lt1>
      <a:dk2>
        <a:srgbClr val="44546A"/>
      </a:dk2>
      <a:lt2>
        <a:srgbClr val="E7E6E6"/>
      </a:lt2>
      <a:accent1>
        <a:srgbClr val="E9E6DF"/>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a:ea typeface=""/>
        <a:cs typeface=""/>
      </a:majorFont>
      <a:minorFont>
        <a:latin typeface="Tenori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73135373_TF22318419_Win32" id="{C35A026D-3477-4C90-9128-052FBAE4EBCF}" vid="{4F91F622-3491-4FD9-8658-5CFF78D7702C}"/>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7B39BD0-040C-43BE-B0E4-512B09E8003F}">
  <ds:schemaRefs>
    <ds:schemaRef ds:uri="http://schemas.microsoft.com/sharepoint/v3/contenttype/forms"/>
  </ds:schemaRefs>
</ds:datastoreItem>
</file>

<file path=customXml/itemProps2.xml><?xml version="1.0" encoding="utf-8"?>
<ds:datastoreItem xmlns:ds="http://schemas.openxmlformats.org/officeDocument/2006/customXml" ds:itemID="{AB045227-5724-4DBF-9712-031B1BFB2C3C}">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622457D9-12AC-4794-A05E-F1B90FCD8DA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Presentación de ventas minimalista</Template>
  <TotalTime>12057</TotalTime>
  <Words>7514</Words>
  <Application>Microsoft Office PowerPoint</Application>
  <PresentationFormat>Panorámica</PresentationFormat>
  <Paragraphs>495</Paragraphs>
  <Slides>102</Slides>
  <Notes>7</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102</vt:i4>
      </vt:variant>
    </vt:vector>
  </HeadingPairs>
  <TitlesOfParts>
    <vt:vector size="107" baseType="lpstr">
      <vt:lpstr>Arial</vt:lpstr>
      <vt:lpstr>Calibri</vt:lpstr>
      <vt:lpstr>Roboto</vt:lpstr>
      <vt:lpstr>Tenorite</vt:lpstr>
      <vt:lpstr>Personalizar</vt:lpstr>
      <vt:lpstr>Programación del robot Dobot mg400</vt:lpstr>
      <vt:lpstr>Introducción</vt:lpstr>
      <vt:lpstr>CONTROLAR EL MOVIMIENTO DEL ROBOT</vt:lpstr>
      <vt:lpstr>Ejempló 1 Tipos de movimientos</vt:lpstr>
      <vt:lpstr>Ejemplo Programa en bloques</vt:lpstr>
      <vt:lpstr>Lectura y escritura de datos de registro Modbus  </vt:lpstr>
      <vt:lpstr>¿Qué es el modbus?</vt:lpstr>
      <vt:lpstr>Ejemplo</vt:lpstr>
      <vt:lpstr>Modbus Paso a paso</vt:lpstr>
      <vt:lpstr>Paletizar</vt:lpstr>
      <vt:lpstr>¿Qué es el paletizado</vt:lpstr>
      <vt:lpstr>Ejemplo de paletizado</vt:lpstr>
      <vt:lpstr>Explicación paso a paso</vt:lpstr>
      <vt:lpstr>Configuración del bloque</vt:lpstr>
      <vt:lpstr>Ejemplo de programa tridimensional</vt:lpstr>
      <vt:lpstr>Ejemplo de programa tridimensional</vt:lpstr>
      <vt:lpstr>Descripción  de los bloques</vt:lpstr>
      <vt:lpstr>Bloques de eventos</vt:lpstr>
      <vt:lpstr>Bloques de Control</vt:lpstr>
      <vt:lpstr>Bloques de Control</vt:lpstr>
      <vt:lpstr>Bloques de Control</vt:lpstr>
      <vt:lpstr>Bloques de Control</vt:lpstr>
      <vt:lpstr>Bloques de Control</vt:lpstr>
      <vt:lpstr>Bloques de Control</vt:lpstr>
      <vt:lpstr>Bloques de Control</vt:lpstr>
      <vt:lpstr>Bloques de Control</vt:lpstr>
      <vt:lpstr>Bloques de Control</vt:lpstr>
      <vt:lpstr>Bloques de Control</vt:lpstr>
      <vt:lpstr>Bloques de Control</vt:lpstr>
      <vt:lpstr>Bloques de Operador</vt:lpstr>
      <vt:lpstr>Bloques de Operador</vt:lpstr>
      <vt:lpstr>Bloques de Operador</vt:lpstr>
      <vt:lpstr>Bloques de Cadena</vt:lpstr>
      <vt:lpstr>Bloques de Cadena</vt:lpstr>
      <vt:lpstr>Bloques de Cadena</vt:lpstr>
      <vt:lpstr>Bloques de Cadena</vt:lpstr>
      <vt:lpstr>Bloques de Cadena</vt:lpstr>
      <vt:lpstr>Bloques de Personalización</vt:lpstr>
      <vt:lpstr>Bloques de Personalización</vt:lpstr>
      <vt:lpstr>Bloques de Personalización</vt:lpstr>
      <vt:lpstr>Bloques de Personalización</vt:lpstr>
      <vt:lpstr>Bloques de Personalización</vt:lpstr>
      <vt:lpstr>Bloques de Personalización</vt:lpstr>
      <vt:lpstr>Bloques de Personalización</vt:lpstr>
      <vt:lpstr>Bloques de Personalización</vt:lpstr>
      <vt:lpstr>Bloques de Personalización</vt:lpstr>
      <vt:lpstr>Bloques de Personalización</vt:lpstr>
      <vt:lpstr>Bloques de Entradas y salidas </vt:lpstr>
      <vt:lpstr>Bloques de Entradas y salidas </vt:lpstr>
      <vt:lpstr>Bloques de Movimiento</vt:lpstr>
      <vt:lpstr>Bloques de Movimiento</vt:lpstr>
      <vt:lpstr>Bloques de Movimiento</vt:lpstr>
      <vt:lpstr>Bloques de Movimiento</vt:lpstr>
      <vt:lpstr>Bloques de Movimiento</vt:lpstr>
      <vt:lpstr>Bloques de Movimiento</vt:lpstr>
      <vt:lpstr>Bloques de Movimiento</vt:lpstr>
      <vt:lpstr>Configuración avanzada de movimiento</vt:lpstr>
      <vt:lpstr>Configuración avanzada de movimiento</vt:lpstr>
      <vt:lpstr>Configuración avanzada de movimiento</vt:lpstr>
      <vt:lpstr>Configuración avanzada de movimiento</vt:lpstr>
      <vt:lpstr>Configuración avanzada de movimiento</vt:lpstr>
      <vt:lpstr>Bloques de Postura</vt:lpstr>
      <vt:lpstr>Bloques de Postura</vt:lpstr>
      <vt:lpstr>Bloques de Postura</vt:lpstr>
      <vt:lpstr>Bloques de Postura</vt:lpstr>
      <vt:lpstr>Bloques de Postura</vt:lpstr>
      <vt:lpstr>Bloques de Modbus</vt:lpstr>
      <vt:lpstr>Bloques de Modbus</vt:lpstr>
      <vt:lpstr>Bloques de Modbus</vt:lpstr>
      <vt:lpstr>Bloques de Modbus</vt:lpstr>
      <vt:lpstr>Bloques de Modbus</vt:lpstr>
      <vt:lpstr>Bloques de Modbus</vt:lpstr>
      <vt:lpstr>Bloques de Modbus</vt:lpstr>
      <vt:lpstr>Bloques de Modbus</vt:lpstr>
      <vt:lpstr>Bloques de Comandos TCP</vt:lpstr>
      <vt:lpstr>Bloques de Comandos TCP</vt:lpstr>
      <vt:lpstr>Bloques de Comandos TCP</vt:lpstr>
      <vt:lpstr>Bloques de Comandos TCP</vt:lpstr>
      <vt:lpstr>LUA basic grammar (Python)</vt:lpstr>
      <vt:lpstr>Movimiento</vt:lpstr>
      <vt:lpstr>Movimiento</vt:lpstr>
      <vt:lpstr>Movimiento</vt:lpstr>
      <vt:lpstr>Movimiento</vt:lpstr>
      <vt:lpstr>Movimiento</vt:lpstr>
      <vt:lpstr>Parámetro de movimiento</vt:lpstr>
      <vt:lpstr>Parámetro de movimiento</vt:lpstr>
      <vt:lpstr>Parámetro de movimiento</vt:lpstr>
      <vt:lpstr>Parámetro de movimiento</vt:lpstr>
      <vt:lpstr>movimiento relativo</vt:lpstr>
      <vt:lpstr>movimiento relativo</vt:lpstr>
      <vt:lpstr>io</vt:lpstr>
      <vt:lpstr>io</vt:lpstr>
      <vt:lpstr>TCP/UDP</vt:lpstr>
      <vt:lpstr>TCP/UDP</vt:lpstr>
      <vt:lpstr>TCP/UDP</vt:lpstr>
      <vt:lpstr>Modbus</vt:lpstr>
      <vt:lpstr>Modbus</vt:lpstr>
      <vt:lpstr>Modbus</vt:lpstr>
      <vt:lpstr>Control de programa</vt:lpstr>
      <vt:lpstr>Control de programa</vt:lpstr>
      <vt:lpstr>Control de programa</vt:lpstr>
      <vt:lpstr>Control de programa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CONTROLAR EL MOVIMIENTO DEL ROBOT</dc:title>
  <dc:creator>USER</dc:creator>
  <cp:lastModifiedBy>Rob_col00</cp:lastModifiedBy>
  <cp:revision>94</cp:revision>
  <dcterms:created xsi:type="dcterms:W3CDTF">2025-02-20T16:24:22Z</dcterms:created>
  <dcterms:modified xsi:type="dcterms:W3CDTF">2025-07-04T17:10:37Z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